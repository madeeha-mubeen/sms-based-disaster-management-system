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handoutMasterIdLst>
    <p:handoutMasterId r:id="rId17"/>
  </p:handoutMasterIdLst>
  <p:sldIdLst>
    <p:sldId id="256" r:id="rId5"/>
    <p:sldId id="257" r:id="rId6"/>
    <p:sldId id="269" r:id="rId7"/>
    <p:sldId id="270" r:id="rId8"/>
    <p:sldId id="271" r:id="rId9"/>
    <p:sldId id="272" r:id="rId10"/>
    <p:sldId id="273" r:id="rId11"/>
    <p:sldId id="274" r:id="rId12"/>
    <p:sldId id="275" r:id="rId13"/>
    <p:sldId id="276" r:id="rId14"/>
    <p:sldId id="27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9" autoAdjust="0"/>
    <p:restoredTop sz="94660"/>
  </p:normalViewPr>
  <p:slideViewPr>
    <p:cSldViewPr snapToGrid="0" showGuides="1">
      <p:cViewPr varScale="1">
        <p:scale>
          <a:sx n="79" d="100"/>
          <a:sy n="79" d="100"/>
        </p:scale>
        <p:origin x="152" y="52"/>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B996D5-CE4D-44AC-9DBB-35636F67BDC1}" type="doc">
      <dgm:prSet loTypeId="urn:microsoft.com/office/officeart/2005/8/layout/matrix3" loCatId="matrix" qsTypeId="urn:microsoft.com/office/officeart/2005/8/quickstyle/simple1" qsCatId="simple" csTypeId="urn:microsoft.com/office/officeart/2005/8/colors/accent1_2" csCatId="accent1"/>
      <dgm:spPr/>
      <dgm:t>
        <a:bodyPr/>
        <a:lstStyle/>
        <a:p>
          <a:endParaRPr lang="en-US"/>
        </a:p>
      </dgm:t>
    </dgm:pt>
    <dgm:pt modelId="{44748E99-878E-4B40-99AD-86DF90E3DC43}">
      <dgm:prSet/>
      <dgm:spPr/>
      <dgm:t>
        <a:bodyPr/>
        <a:lstStyle/>
        <a:p>
          <a:r>
            <a:rPr lang="en-US"/>
            <a:t>Internet and mobile networks may be unavailable </a:t>
          </a:r>
        </a:p>
      </dgm:t>
    </dgm:pt>
    <dgm:pt modelId="{477E2D4C-D474-47D7-9191-D25FF60866E1}" type="parTrans" cxnId="{1FC1915A-8B91-41F4-AE27-915137F6E0A1}">
      <dgm:prSet/>
      <dgm:spPr/>
      <dgm:t>
        <a:bodyPr/>
        <a:lstStyle/>
        <a:p>
          <a:endParaRPr lang="en-US"/>
        </a:p>
      </dgm:t>
    </dgm:pt>
    <dgm:pt modelId="{D6042C6B-9F79-4911-814A-BFD2E1C2B31F}" type="sibTrans" cxnId="{1FC1915A-8B91-41F4-AE27-915137F6E0A1}">
      <dgm:prSet/>
      <dgm:spPr/>
      <dgm:t>
        <a:bodyPr/>
        <a:lstStyle/>
        <a:p>
          <a:endParaRPr lang="en-US"/>
        </a:p>
      </dgm:t>
    </dgm:pt>
    <dgm:pt modelId="{77770537-7C43-4846-8D06-D63A7B523CDF}">
      <dgm:prSet/>
      <dgm:spPr/>
      <dgm:t>
        <a:bodyPr/>
        <a:lstStyle/>
        <a:p>
          <a:r>
            <a:rPr lang="en-US"/>
            <a:t>Emergency requests may not reach authorities on time </a:t>
          </a:r>
        </a:p>
      </dgm:t>
    </dgm:pt>
    <dgm:pt modelId="{8C35987C-44B2-43E9-B775-28C79D88376F}" type="parTrans" cxnId="{89D69157-CED8-4C22-9AD1-BE6A6B444502}">
      <dgm:prSet/>
      <dgm:spPr/>
      <dgm:t>
        <a:bodyPr/>
        <a:lstStyle/>
        <a:p>
          <a:endParaRPr lang="en-US"/>
        </a:p>
      </dgm:t>
    </dgm:pt>
    <dgm:pt modelId="{9815547D-EC34-47E4-B09F-A6C54E9A10CA}" type="sibTrans" cxnId="{89D69157-CED8-4C22-9AD1-BE6A6B444502}">
      <dgm:prSet/>
      <dgm:spPr/>
      <dgm:t>
        <a:bodyPr/>
        <a:lstStyle/>
        <a:p>
          <a:endParaRPr lang="en-US"/>
        </a:p>
      </dgm:t>
    </dgm:pt>
    <dgm:pt modelId="{95705295-983E-4023-9EC9-35C42D1BE7CC}">
      <dgm:prSet/>
      <dgm:spPr/>
      <dgm:t>
        <a:bodyPr/>
        <a:lstStyle/>
        <a:p>
          <a:r>
            <a:rPr lang="en-US"/>
            <a:t>Lack of coordination between rescue teams </a:t>
          </a:r>
        </a:p>
      </dgm:t>
    </dgm:pt>
    <dgm:pt modelId="{95B9EDDF-ADCC-4BF9-88CB-E1314D08BB17}" type="parTrans" cxnId="{7985B468-4C9C-4625-B80E-3044CA48CAF4}">
      <dgm:prSet/>
      <dgm:spPr/>
      <dgm:t>
        <a:bodyPr/>
        <a:lstStyle/>
        <a:p>
          <a:endParaRPr lang="en-US"/>
        </a:p>
      </dgm:t>
    </dgm:pt>
    <dgm:pt modelId="{FBC5781B-7478-4835-B148-B457D5D5E10B}" type="sibTrans" cxnId="{7985B468-4C9C-4625-B80E-3044CA48CAF4}">
      <dgm:prSet/>
      <dgm:spPr/>
      <dgm:t>
        <a:bodyPr/>
        <a:lstStyle/>
        <a:p>
          <a:endParaRPr lang="en-US"/>
        </a:p>
      </dgm:t>
    </dgm:pt>
    <dgm:pt modelId="{8E110ABB-4C7F-4A54-8C32-2FD1B186DDE5}">
      <dgm:prSet/>
      <dgm:spPr/>
      <dgm:t>
        <a:bodyPr/>
        <a:lstStyle/>
        <a:p>
          <a:r>
            <a:rPr lang="en-US"/>
            <a:t>No unified system to manage multiple communication sources </a:t>
          </a:r>
        </a:p>
      </dgm:t>
    </dgm:pt>
    <dgm:pt modelId="{CAD16F44-DC8F-4073-9ABC-CC04B2DFC138}" type="parTrans" cxnId="{BCBFA93F-CAE9-4FC8-909B-F65ED0D65DF9}">
      <dgm:prSet/>
      <dgm:spPr/>
      <dgm:t>
        <a:bodyPr/>
        <a:lstStyle/>
        <a:p>
          <a:endParaRPr lang="en-US"/>
        </a:p>
      </dgm:t>
    </dgm:pt>
    <dgm:pt modelId="{2E8BA42E-101C-4D9C-8D49-E0D491C3AD77}" type="sibTrans" cxnId="{BCBFA93F-CAE9-4FC8-909B-F65ED0D65DF9}">
      <dgm:prSet/>
      <dgm:spPr/>
      <dgm:t>
        <a:bodyPr/>
        <a:lstStyle/>
        <a:p>
          <a:endParaRPr lang="en-US"/>
        </a:p>
      </dgm:t>
    </dgm:pt>
    <dgm:pt modelId="{10F880AB-D876-4640-9D44-D9CACE8D48D4}" type="pres">
      <dgm:prSet presAssocID="{89B996D5-CE4D-44AC-9DBB-35636F67BDC1}" presName="matrix" presStyleCnt="0">
        <dgm:presLayoutVars>
          <dgm:chMax val="1"/>
          <dgm:dir/>
          <dgm:resizeHandles val="exact"/>
        </dgm:presLayoutVars>
      </dgm:prSet>
      <dgm:spPr/>
    </dgm:pt>
    <dgm:pt modelId="{B8185EF4-E51B-43A6-B0E2-3C99373B0DA0}" type="pres">
      <dgm:prSet presAssocID="{89B996D5-CE4D-44AC-9DBB-35636F67BDC1}" presName="diamond" presStyleLbl="bgShp" presStyleIdx="0" presStyleCnt="1"/>
      <dgm:spPr/>
    </dgm:pt>
    <dgm:pt modelId="{0511FD0E-77C7-4C68-8A56-A71CB1B4371F}" type="pres">
      <dgm:prSet presAssocID="{89B996D5-CE4D-44AC-9DBB-35636F67BDC1}" presName="quad1" presStyleLbl="node1" presStyleIdx="0" presStyleCnt="4">
        <dgm:presLayoutVars>
          <dgm:chMax val="0"/>
          <dgm:chPref val="0"/>
          <dgm:bulletEnabled val="1"/>
        </dgm:presLayoutVars>
      </dgm:prSet>
      <dgm:spPr/>
    </dgm:pt>
    <dgm:pt modelId="{4F8DCD8D-DECE-416E-A79C-49F409B3981D}" type="pres">
      <dgm:prSet presAssocID="{89B996D5-CE4D-44AC-9DBB-35636F67BDC1}" presName="quad2" presStyleLbl="node1" presStyleIdx="1" presStyleCnt="4">
        <dgm:presLayoutVars>
          <dgm:chMax val="0"/>
          <dgm:chPref val="0"/>
          <dgm:bulletEnabled val="1"/>
        </dgm:presLayoutVars>
      </dgm:prSet>
      <dgm:spPr/>
    </dgm:pt>
    <dgm:pt modelId="{A8821980-6CFB-44A6-A98B-BD64AE88AAF1}" type="pres">
      <dgm:prSet presAssocID="{89B996D5-CE4D-44AC-9DBB-35636F67BDC1}" presName="quad3" presStyleLbl="node1" presStyleIdx="2" presStyleCnt="4">
        <dgm:presLayoutVars>
          <dgm:chMax val="0"/>
          <dgm:chPref val="0"/>
          <dgm:bulletEnabled val="1"/>
        </dgm:presLayoutVars>
      </dgm:prSet>
      <dgm:spPr/>
    </dgm:pt>
    <dgm:pt modelId="{A3B4FB47-B63D-45C3-8BA4-3714BDC8ED87}" type="pres">
      <dgm:prSet presAssocID="{89B996D5-CE4D-44AC-9DBB-35636F67BDC1}" presName="quad4" presStyleLbl="node1" presStyleIdx="3" presStyleCnt="4">
        <dgm:presLayoutVars>
          <dgm:chMax val="0"/>
          <dgm:chPref val="0"/>
          <dgm:bulletEnabled val="1"/>
        </dgm:presLayoutVars>
      </dgm:prSet>
      <dgm:spPr/>
    </dgm:pt>
  </dgm:ptLst>
  <dgm:cxnLst>
    <dgm:cxn modelId="{D5C70926-EBFD-4CE8-874E-A9ACF937C8C4}" type="presOf" srcId="{77770537-7C43-4846-8D06-D63A7B523CDF}" destId="{4F8DCD8D-DECE-416E-A79C-49F409B3981D}" srcOrd="0" destOrd="0" presId="urn:microsoft.com/office/officeart/2005/8/layout/matrix3"/>
    <dgm:cxn modelId="{BCBFA93F-CAE9-4FC8-909B-F65ED0D65DF9}" srcId="{89B996D5-CE4D-44AC-9DBB-35636F67BDC1}" destId="{8E110ABB-4C7F-4A54-8C32-2FD1B186DDE5}" srcOrd="3" destOrd="0" parTransId="{CAD16F44-DC8F-4073-9ABC-CC04B2DFC138}" sibTransId="{2E8BA42E-101C-4D9C-8D49-E0D491C3AD77}"/>
    <dgm:cxn modelId="{7985B468-4C9C-4625-B80E-3044CA48CAF4}" srcId="{89B996D5-CE4D-44AC-9DBB-35636F67BDC1}" destId="{95705295-983E-4023-9EC9-35C42D1BE7CC}" srcOrd="2" destOrd="0" parTransId="{95B9EDDF-ADCC-4BF9-88CB-E1314D08BB17}" sibTransId="{FBC5781B-7478-4835-B148-B457D5D5E10B}"/>
    <dgm:cxn modelId="{89D69157-CED8-4C22-9AD1-BE6A6B444502}" srcId="{89B996D5-CE4D-44AC-9DBB-35636F67BDC1}" destId="{77770537-7C43-4846-8D06-D63A7B523CDF}" srcOrd="1" destOrd="0" parTransId="{8C35987C-44B2-43E9-B775-28C79D88376F}" sibTransId="{9815547D-EC34-47E4-B09F-A6C54E9A10CA}"/>
    <dgm:cxn modelId="{1FC1915A-8B91-41F4-AE27-915137F6E0A1}" srcId="{89B996D5-CE4D-44AC-9DBB-35636F67BDC1}" destId="{44748E99-878E-4B40-99AD-86DF90E3DC43}" srcOrd="0" destOrd="0" parTransId="{477E2D4C-D474-47D7-9191-D25FF60866E1}" sibTransId="{D6042C6B-9F79-4911-814A-BFD2E1C2B31F}"/>
    <dgm:cxn modelId="{AD308C8F-148D-4799-AF5C-D0D1A8FAD079}" type="presOf" srcId="{44748E99-878E-4B40-99AD-86DF90E3DC43}" destId="{0511FD0E-77C7-4C68-8A56-A71CB1B4371F}" srcOrd="0" destOrd="0" presId="urn:microsoft.com/office/officeart/2005/8/layout/matrix3"/>
    <dgm:cxn modelId="{7FD0CFBB-F892-4296-8929-9D71524A2D11}" type="presOf" srcId="{8E110ABB-4C7F-4A54-8C32-2FD1B186DDE5}" destId="{A3B4FB47-B63D-45C3-8BA4-3714BDC8ED87}" srcOrd="0" destOrd="0" presId="urn:microsoft.com/office/officeart/2005/8/layout/matrix3"/>
    <dgm:cxn modelId="{A94FB5D6-73BC-412B-92A1-6E1F337C7767}" type="presOf" srcId="{89B996D5-CE4D-44AC-9DBB-35636F67BDC1}" destId="{10F880AB-D876-4640-9D44-D9CACE8D48D4}" srcOrd="0" destOrd="0" presId="urn:microsoft.com/office/officeart/2005/8/layout/matrix3"/>
    <dgm:cxn modelId="{788819DC-31D6-4D04-AD3A-6EF479523BFA}" type="presOf" srcId="{95705295-983E-4023-9EC9-35C42D1BE7CC}" destId="{A8821980-6CFB-44A6-A98B-BD64AE88AAF1}" srcOrd="0" destOrd="0" presId="urn:microsoft.com/office/officeart/2005/8/layout/matrix3"/>
    <dgm:cxn modelId="{92F6A7C8-82B3-4516-BB8B-B607F3558E38}" type="presParOf" srcId="{10F880AB-D876-4640-9D44-D9CACE8D48D4}" destId="{B8185EF4-E51B-43A6-B0E2-3C99373B0DA0}" srcOrd="0" destOrd="0" presId="urn:microsoft.com/office/officeart/2005/8/layout/matrix3"/>
    <dgm:cxn modelId="{63428DE8-5F7E-4BD4-A7AD-EB3B58F4D2CE}" type="presParOf" srcId="{10F880AB-D876-4640-9D44-D9CACE8D48D4}" destId="{0511FD0E-77C7-4C68-8A56-A71CB1B4371F}" srcOrd="1" destOrd="0" presId="urn:microsoft.com/office/officeart/2005/8/layout/matrix3"/>
    <dgm:cxn modelId="{3A0D0668-25A2-44B6-8653-2AD3A53D5B60}" type="presParOf" srcId="{10F880AB-D876-4640-9D44-D9CACE8D48D4}" destId="{4F8DCD8D-DECE-416E-A79C-49F409B3981D}" srcOrd="2" destOrd="0" presId="urn:microsoft.com/office/officeart/2005/8/layout/matrix3"/>
    <dgm:cxn modelId="{693EFEF5-24C9-42CF-AD5D-05D0A1EFCF98}" type="presParOf" srcId="{10F880AB-D876-4640-9D44-D9CACE8D48D4}" destId="{A8821980-6CFB-44A6-A98B-BD64AE88AAF1}" srcOrd="3" destOrd="0" presId="urn:microsoft.com/office/officeart/2005/8/layout/matrix3"/>
    <dgm:cxn modelId="{BD124746-808C-4BEB-9D09-7FC541DF4C2A}" type="presParOf" srcId="{10F880AB-D876-4640-9D44-D9CACE8D48D4}" destId="{A3B4FB47-B63D-45C3-8BA4-3714BDC8ED87}" srcOrd="4" destOrd="0" presId="urn:microsoft.com/office/officeart/2005/8/layout/matrix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34AC67B-D2E5-4A73-B636-03B0293AC547}"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CDB36429-9E5B-4563-8A63-EAD6F38491B5}">
      <dgm:prSet/>
      <dgm:spPr/>
      <dgm:t>
        <a:bodyPr/>
        <a:lstStyle/>
        <a:p>
          <a:r>
            <a:rPr lang="en-US" b="1" i="0" baseline="0"/>
            <a:t>HTML, CSS, JavaScript</a:t>
          </a:r>
          <a:r>
            <a:rPr lang="en-US" b="0" i="0" baseline="0"/>
            <a:t> – Frontend development </a:t>
          </a:r>
          <a:endParaRPr lang="en-US"/>
        </a:p>
      </dgm:t>
    </dgm:pt>
    <dgm:pt modelId="{23B2C8BC-E48D-4552-B82F-8D690B9CA7A0}" type="parTrans" cxnId="{E15BC242-C64C-4B3A-90EC-CBA2C207CBF8}">
      <dgm:prSet/>
      <dgm:spPr/>
      <dgm:t>
        <a:bodyPr/>
        <a:lstStyle/>
        <a:p>
          <a:endParaRPr lang="en-US"/>
        </a:p>
      </dgm:t>
    </dgm:pt>
    <dgm:pt modelId="{D7B791CC-223F-49E6-BCC0-0959DE957C2D}" type="sibTrans" cxnId="{E15BC242-C64C-4B3A-90EC-CBA2C207CBF8}">
      <dgm:prSet/>
      <dgm:spPr/>
      <dgm:t>
        <a:bodyPr/>
        <a:lstStyle/>
        <a:p>
          <a:endParaRPr lang="en-US"/>
        </a:p>
      </dgm:t>
    </dgm:pt>
    <dgm:pt modelId="{8C24D1A4-FB61-40E5-AD8A-520107729A14}">
      <dgm:prSet/>
      <dgm:spPr/>
      <dgm:t>
        <a:bodyPr/>
        <a:lstStyle/>
        <a:p>
          <a:r>
            <a:rPr lang="en-US" b="1" i="0" baseline="0"/>
            <a:t>LocalStorage</a:t>
          </a:r>
          <a:r>
            <a:rPr lang="en-US" b="0" i="0" baseline="0"/>
            <a:t> – Backend storage</a:t>
          </a:r>
          <a:endParaRPr lang="en-US"/>
        </a:p>
      </dgm:t>
    </dgm:pt>
    <dgm:pt modelId="{262ACF86-BF47-4693-9EB1-14D69E41254D}" type="parTrans" cxnId="{E69346EA-BA8A-4DFE-977D-DF4422393C85}">
      <dgm:prSet/>
      <dgm:spPr/>
      <dgm:t>
        <a:bodyPr/>
        <a:lstStyle/>
        <a:p>
          <a:endParaRPr lang="en-US"/>
        </a:p>
      </dgm:t>
    </dgm:pt>
    <dgm:pt modelId="{2F44BE0C-D2A0-4C33-A155-DAA7C6FD6D52}" type="sibTrans" cxnId="{E69346EA-BA8A-4DFE-977D-DF4422393C85}">
      <dgm:prSet/>
      <dgm:spPr/>
      <dgm:t>
        <a:bodyPr/>
        <a:lstStyle/>
        <a:p>
          <a:endParaRPr lang="en-US"/>
        </a:p>
      </dgm:t>
    </dgm:pt>
    <dgm:pt modelId="{8F546224-823A-40CE-BA99-48263360CEA6}">
      <dgm:prSet/>
      <dgm:spPr/>
      <dgm:t>
        <a:bodyPr/>
        <a:lstStyle/>
        <a:p>
          <a:r>
            <a:rPr lang="en-US" b="1" i="0" baseline="0"/>
            <a:t>Async JavaScript</a:t>
          </a:r>
          <a:r>
            <a:rPr lang="en-US" b="0" i="0" baseline="0"/>
            <a:t> – For mesh network simulation </a:t>
          </a:r>
          <a:endParaRPr lang="en-US"/>
        </a:p>
      </dgm:t>
    </dgm:pt>
    <dgm:pt modelId="{1E2EAC16-FEC4-4D37-939F-B7054319CD26}" type="parTrans" cxnId="{1E4EFE05-DFB7-4504-A234-73DAE92DBA45}">
      <dgm:prSet/>
      <dgm:spPr/>
      <dgm:t>
        <a:bodyPr/>
        <a:lstStyle/>
        <a:p>
          <a:endParaRPr lang="en-US"/>
        </a:p>
      </dgm:t>
    </dgm:pt>
    <dgm:pt modelId="{62F3F56A-213D-4950-94AA-719388A2C018}" type="sibTrans" cxnId="{1E4EFE05-DFB7-4504-A234-73DAE92DBA45}">
      <dgm:prSet/>
      <dgm:spPr/>
      <dgm:t>
        <a:bodyPr/>
        <a:lstStyle/>
        <a:p>
          <a:endParaRPr lang="en-US"/>
        </a:p>
      </dgm:t>
    </dgm:pt>
    <dgm:pt modelId="{E9098072-696F-47E8-9147-92444D0487F0}">
      <dgm:prSet/>
      <dgm:spPr/>
      <dgm:t>
        <a:bodyPr/>
        <a:lstStyle/>
        <a:p>
          <a:r>
            <a:rPr lang="en-US" b="1" i="0" baseline="0"/>
            <a:t>UI/UX Design</a:t>
          </a:r>
          <a:r>
            <a:rPr lang="en-US" b="0" i="0" baseline="0"/>
            <a:t> – For interactive dashboards </a:t>
          </a:r>
          <a:endParaRPr lang="en-US"/>
        </a:p>
      </dgm:t>
    </dgm:pt>
    <dgm:pt modelId="{7EE47376-4238-45A6-B476-91C6162777BF}" type="parTrans" cxnId="{3BB143F2-5DCA-42DB-95DF-C4AA9F1D6127}">
      <dgm:prSet/>
      <dgm:spPr/>
      <dgm:t>
        <a:bodyPr/>
        <a:lstStyle/>
        <a:p>
          <a:endParaRPr lang="en-US"/>
        </a:p>
      </dgm:t>
    </dgm:pt>
    <dgm:pt modelId="{E6FADB38-8363-4E1C-BBE3-FF1485ABA194}" type="sibTrans" cxnId="{3BB143F2-5DCA-42DB-95DF-C4AA9F1D6127}">
      <dgm:prSet/>
      <dgm:spPr/>
      <dgm:t>
        <a:bodyPr/>
        <a:lstStyle/>
        <a:p>
          <a:endParaRPr lang="en-US"/>
        </a:p>
      </dgm:t>
    </dgm:pt>
    <dgm:pt modelId="{B90FDADE-9D18-4331-B15F-8846CDB755E0}">
      <dgm:prSet/>
      <dgm:spPr/>
      <dgm:t>
        <a:bodyPr/>
        <a:lstStyle/>
        <a:p>
          <a:r>
            <a:rPr lang="en-US" b="1" i="0" baseline="0"/>
            <a:t>Browser Environment</a:t>
          </a:r>
          <a:r>
            <a:rPr lang="en-US" b="0" i="0" baseline="0"/>
            <a:t> – Node</a:t>
          </a:r>
          <a:r>
            <a:rPr lang="en-US"/>
            <a:t>.js : </a:t>
          </a:r>
          <a:r>
            <a:rPr lang="en-US" b="0" i="0" baseline="0"/>
            <a:t>For system integration  </a:t>
          </a:r>
          <a:endParaRPr lang="en-US"/>
        </a:p>
      </dgm:t>
    </dgm:pt>
    <dgm:pt modelId="{8FD1BBAB-576A-4C13-A6F9-A65A96129E33}" type="parTrans" cxnId="{364ED652-64A0-47B3-A187-DC19BE1D997B}">
      <dgm:prSet/>
      <dgm:spPr/>
      <dgm:t>
        <a:bodyPr/>
        <a:lstStyle/>
        <a:p>
          <a:endParaRPr lang="en-US"/>
        </a:p>
      </dgm:t>
    </dgm:pt>
    <dgm:pt modelId="{83B379DF-3E26-4F32-B675-84C2E696E928}" type="sibTrans" cxnId="{364ED652-64A0-47B3-A187-DC19BE1D997B}">
      <dgm:prSet/>
      <dgm:spPr/>
      <dgm:t>
        <a:bodyPr/>
        <a:lstStyle/>
        <a:p>
          <a:endParaRPr lang="en-US"/>
        </a:p>
      </dgm:t>
    </dgm:pt>
    <dgm:pt modelId="{ED24CBAF-4EE5-4B18-91C8-D58FCB924894}" type="pres">
      <dgm:prSet presAssocID="{F34AC67B-D2E5-4A73-B636-03B0293AC547}" presName="Name0" presStyleCnt="0">
        <dgm:presLayoutVars>
          <dgm:dir/>
          <dgm:animLvl val="lvl"/>
          <dgm:resizeHandles val="exact"/>
        </dgm:presLayoutVars>
      </dgm:prSet>
      <dgm:spPr/>
    </dgm:pt>
    <dgm:pt modelId="{5B958682-B23A-40FE-9DB6-002FA2B81B1E}" type="pres">
      <dgm:prSet presAssocID="{CDB36429-9E5B-4563-8A63-EAD6F38491B5}" presName="linNode" presStyleCnt="0"/>
      <dgm:spPr/>
    </dgm:pt>
    <dgm:pt modelId="{FBB710A3-3B6B-46E7-A5E9-491B87ED0855}" type="pres">
      <dgm:prSet presAssocID="{CDB36429-9E5B-4563-8A63-EAD6F38491B5}" presName="parentText" presStyleLbl="node1" presStyleIdx="0" presStyleCnt="5">
        <dgm:presLayoutVars>
          <dgm:chMax val="1"/>
          <dgm:bulletEnabled val="1"/>
        </dgm:presLayoutVars>
      </dgm:prSet>
      <dgm:spPr/>
    </dgm:pt>
    <dgm:pt modelId="{6FA93540-094A-4E20-A386-AA298398ECC7}" type="pres">
      <dgm:prSet presAssocID="{D7B791CC-223F-49E6-BCC0-0959DE957C2D}" presName="sp" presStyleCnt="0"/>
      <dgm:spPr/>
    </dgm:pt>
    <dgm:pt modelId="{29AB52BE-8DC2-4DC2-80E7-4C8D61E0D358}" type="pres">
      <dgm:prSet presAssocID="{8C24D1A4-FB61-40E5-AD8A-520107729A14}" presName="linNode" presStyleCnt="0"/>
      <dgm:spPr/>
    </dgm:pt>
    <dgm:pt modelId="{B2051444-09F8-4082-BF7B-FEAD67465013}" type="pres">
      <dgm:prSet presAssocID="{8C24D1A4-FB61-40E5-AD8A-520107729A14}" presName="parentText" presStyleLbl="node1" presStyleIdx="1" presStyleCnt="5">
        <dgm:presLayoutVars>
          <dgm:chMax val="1"/>
          <dgm:bulletEnabled val="1"/>
        </dgm:presLayoutVars>
      </dgm:prSet>
      <dgm:spPr/>
    </dgm:pt>
    <dgm:pt modelId="{78467452-649E-4C60-81DA-5B00D0065C4E}" type="pres">
      <dgm:prSet presAssocID="{2F44BE0C-D2A0-4C33-A155-DAA7C6FD6D52}" presName="sp" presStyleCnt="0"/>
      <dgm:spPr/>
    </dgm:pt>
    <dgm:pt modelId="{88AC637D-A063-45F9-A1BF-9430C144AC5A}" type="pres">
      <dgm:prSet presAssocID="{8F546224-823A-40CE-BA99-48263360CEA6}" presName="linNode" presStyleCnt="0"/>
      <dgm:spPr/>
    </dgm:pt>
    <dgm:pt modelId="{29DE4ADA-179D-40DC-9974-77E5E9C80630}" type="pres">
      <dgm:prSet presAssocID="{8F546224-823A-40CE-BA99-48263360CEA6}" presName="parentText" presStyleLbl="node1" presStyleIdx="2" presStyleCnt="5">
        <dgm:presLayoutVars>
          <dgm:chMax val="1"/>
          <dgm:bulletEnabled val="1"/>
        </dgm:presLayoutVars>
      </dgm:prSet>
      <dgm:spPr/>
    </dgm:pt>
    <dgm:pt modelId="{20D2AB01-DF98-4B4B-B793-59D28C909802}" type="pres">
      <dgm:prSet presAssocID="{62F3F56A-213D-4950-94AA-719388A2C018}" presName="sp" presStyleCnt="0"/>
      <dgm:spPr/>
    </dgm:pt>
    <dgm:pt modelId="{214C7E1D-A546-414E-8712-72388CEEA25A}" type="pres">
      <dgm:prSet presAssocID="{E9098072-696F-47E8-9147-92444D0487F0}" presName="linNode" presStyleCnt="0"/>
      <dgm:spPr/>
    </dgm:pt>
    <dgm:pt modelId="{7DA1779B-B43E-48B6-ABE3-64D075C79883}" type="pres">
      <dgm:prSet presAssocID="{E9098072-696F-47E8-9147-92444D0487F0}" presName="parentText" presStyleLbl="node1" presStyleIdx="3" presStyleCnt="5">
        <dgm:presLayoutVars>
          <dgm:chMax val="1"/>
          <dgm:bulletEnabled val="1"/>
        </dgm:presLayoutVars>
      </dgm:prSet>
      <dgm:spPr/>
    </dgm:pt>
    <dgm:pt modelId="{0BBFA33A-79A8-4748-9872-22F605D9EECC}" type="pres">
      <dgm:prSet presAssocID="{E6FADB38-8363-4E1C-BBE3-FF1485ABA194}" presName="sp" presStyleCnt="0"/>
      <dgm:spPr/>
    </dgm:pt>
    <dgm:pt modelId="{AE2DFA44-010E-4ACC-878B-4DB350E4809C}" type="pres">
      <dgm:prSet presAssocID="{B90FDADE-9D18-4331-B15F-8846CDB755E0}" presName="linNode" presStyleCnt="0"/>
      <dgm:spPr/>
    </dgm:pt>
    <dgm:pt modelId="{B8A413E2-B793-42AE-BCAB-08361D659868}" type="pres">
      <dgm:prSet presAssocID="{B90FDADE-9D18-4331-B15F-8846CDB755E0}" presName="parentText" presStyleLbl="node1" presStyleIdx="4" presStyleCnt="5">
        <dgm:presLayoutVars>
          <dgm:chMax val="1"/>
          <dgm:bulletEnabled val="1"/>
        </dgm:presLayoutVars>
      </dgm:prSet>
      <dgm:spPr/>
    </dgm:pt>
  </dgm:ptLst>
  <dgm:cxnLst>
    <dgm:cxn modelId="{1E4EFE05-DFB7-4504-A234-73DAE92DBA45}" srcId="{F34AC67B-D2E5-4A73-B636-03B0293AC547}" destId="{8F546224-823A-40CE-BA99-48263360CEA6}" srcOrd="2" destOrd="0" parTransId="{1E2EAC16-FEC4-4D37-939F-B7054319CD26}" sibTransId="{62F3F56A-213D-4950-94AA-719388A2C018}"/>
    <dgm:cxn modelId="{89A53607-A7AE-4E05-A581-257567FFF467}" type="presOf" srcId="{8F546224-823A-40CE-BA99-48263360CEA6}" destId="{29DE4ADA-179D-40DC-9974-77E5E9C80630}" srcOrd="0" destOrd="0" presId="urn:microsoft.com/office/officeart/2005/8/layout/vList5"/>
    <dgm:cxn modelId="{4B1E823E-8CA8-4AF3-A3C2-350415FB5E2D}" type="presOf" srcId="{F34AC67B-D2E5-4A73-B636-03B0293AC547}" destId="{ED24CBAF-4EE5-4B18-91C8-D58FCB924894}" srcOrd="0" destOrd="0" presId="urn:microsoft.com/office/officeart/2005/8/layout/vList5"/>
    <dgm:cxn modelId="{786F9161-0551-4858-A25D-41B0AD872840}" type="presOf" srcId="{8C24D1A4-FB61-40E5-AD8A-520107729A14}" destId="{B2051444-09F8-4082-BF7B-FEAD67465013}" srcOrd="0" destOrd="0" presId="urn:microsoft.com/office/officeart/2005/8/layout/vList5"/>
    <dgm:cxn modelId="{E15BC242-C64C-4B3A-90EC-CBA2C207CBF8}" srcId="{F34AC67B-D2E5-4A73-B636-03B0293AC547}" destId="{CDB36429-9E5B-4563-8A63-EAD6F38491B5}" srcOrd="0" destOrd="0" parTransId="{23B2C8BC-E48D-4552-B82F-8D690B9CA7A0}" sibTransId="{D7B791CC-223F-49E6-BCC0-0959DE957C2D}"/>
    <dgm:cxn modelId="{28591268-EA67-435E-9D30-21381D641BBC}" type="presOf" srcId="{B90FDADE-9D18-4331-B15F-8846CDB755E0}" destId="{B8A413E2-B793-42AE-BCAB-08361D659868}" srcOrd="0" destOrd="0" presId="urn:microsoft.com/office/officeart/2005/8/layout/vList5"/>
    <dgm:cxn modelId="{364ED652-64A0-47B3-A187-DC19BE1D997B}" srcId="{F34AC67B-D2E5-4A73-B636-03B0293AC547}" destId="{B90FDADE-9D18-4331-B15F-8846CDB755E0}" srcOrd="4" destOrd="0" parTransId="{8FD1BBAB-576A-4C13-A6F9-A65A96129E33}" sibTransId="{83B379DF-3E26-4F32-B675-84C2E696E928}"/>
    <dgm:cxn modelId="{FC557389-99B0-4E20-9F36-C25D0D50C438}" type="presOf" srcId="{CDB36429-9E5B-4563-8A63-EAD6F38491B5}" destId="{FBB710A3-3B6B-46E7-A5E9-491B87ED0855}" srcOrd="0" destOrd="0" presId="urn:microsoft.com/office/officeart/2005/8/layout/vList5"/>
    <dgm:cxn modelId="{6E2147CB-FC72-4663-AB6B-55BBE3ECB949}" type="presOf" srcId="{E9098072-696F-47E8-9147-92444D0487F0}" destId="{7DA1779B-B43E-48B6-ABE3-64D075C79883}" srcOrd="0" destOrd="0" presId="urn:microsoft.com/office/officeart/2005/8/layout/vList5"/>
    <dgm:cxn modelId="{E69346EA-BA8A-4DFE-977D-DF4422393C85}" srcId="{F34AC67B-D2E5-4A73-B636-03B0293AC547}" destId="{8C24D1A4-FB61-40E5-AD8A-520107729A14}" srcOrd="1" destOrd="0" parTransId="{262ACF86-BF47-4693-9EB1-14D69E41254D}" sibTransId="{2F44BE0C-D2A0-4C33-A155-DAA7C6FD6D52}"/>
    <dgm:cxn modelId="{3BB143F2-5DCA-42DB-95DF-C4AA9F1D6127}" srcId="{F34AC67B-D2E5-4A73-B636-03B0293AC547}" destId="{E9098072-696F-47E8-9147-92444D0487F0}" srcOrd="3" destOrd="0" parTransId="{7EE47376-4238-45A6-B476-91C6162777BF}" sibTransId="{E6FADB38-8363-4E1C-BBE3-FF1485ABA194}"/>
    <dgm:cxn modelId="{E263038E-587E-49DD-832C-016E6FA2275B}" type="presParOf" srcId="{ED24CBAF-4EE5-4B18-91C8-D58FCB924894}" destId="{5B958682-B23A-40FE-9DB6-002FA2B81B1E}" srcOrd="0" destOrd="0" presId="urn:microsoft.com/office/officeart/2005/8/layout/vList5"/>
    <dgm:cxn modelId="{9E07A568-9655-4626-870E-025CABAAC1B1}" type="presParOf" srcId="{5B958682-B23A-40FE-9DB6-002FA2B81B1E}" destId="{FBB710A3-3B6B-46E7-A5E9-491B87ED0855}" srcOrd="0" destOrd="0" presId="urn:microsoft.com/office/officeart/2005/8/layout/vList5"/>
    <dgm:cxn modelId="{0C59E91C-E5CA-48DB-ADF7-69DEC0B2E1E7}" type="presParOf" srcId="{ED24CBAF-4EE5-4B18-91C8-D58FCB924894}" destId="{6FA93540-094A-4E20-A386-AA298398ECC7}" srcOrd="1" destOrd="0" presId="urn:microsoft.com/office/officeart/2005/8/layout/vList5"/>
    <dgm:cxn modelId="{CE944B52-3549-4CA0-AC4C-B714D71DE38D}" type="presParOf" srcId="{ED24CBAF-4EE5-4B18-91C8-D58FCB924894}" destId="{29AB52BE-8DC2-4DC2-80E7-4C8D61E0D358}" srcOrd="2" destOrd="0" presId="urn:microsoft.com/office/officeart/2005/8/layout/vList5"/>
    <dgm:cxn modelId="{E5A7A780-0CC5-4C3F-AD44-2D8561E63E70}" type="presParOf" srcId="{29AB52BE-8DC2-4DC2-80E7-4C8D61E0D358}" destId="{B2051444-09F8-4082-BF7B-FEAD67465013}" srcOrd="0" destOrd="0" presId="urn:microsoft.com/office/officeart/2005/8/layout/vList5"/>
    <dgm:cxn modelId="{630DEF1E-CB86-45E8-B4FA-5EF81D93EE4A}" type="presParOf" srcId="{ED24CBAF-4EE5-4B18-91C8-D58FCB924894}" destId="{78467452-649E-4C60-81DA-5B00D0065C4E}" srcOrd="3" destOrd="0" presId="urn:microsoft.com/office/officeart/2005/8/layout/vList5"/>
    <dgm:cxn modelId="{40B752BB-999D-4533-8602-8700ED3189C3}" type="presParOf" srcId="{ED24CBAF-4EE5-4B18-91C8-D58FCB924894}" destId="{88AC637D-A063-45F9-A1BF-9430C144AC5A}" srcOrd="4" destOrd="0" presId="urn:microsoft.com/office/officeart/2005/8/layout/vList5"/>
    <dgm:cxn modelId="{D2FDB875-B1DF-4553-A76A-E7CFB938EE46}" type="presParOf" srcId="{88AC637D-A063-45F9-A1BF-9430C144AC5A}" destId="{29DE4ADA-179D-40DC-9974-77E5E9C80630}" srcOrd="0" destOrd="0" presId="urn:microsoft.com/office/officeart/2005/8/layout/vList5"/>
    <dgm:cxn modelId="{8D25B6AE-3D5C-4437-A50D-B13C27768FE4}" type="presParOf" srcId="{ED24CBAF-4EE5-4B18-91C8-D58FCB924894}" destId="{20D2AB01-DF98-4B4B-B793-59D28C909802}" srcOrd="5" destOrd="0" presId="urn:microsoft.com/office/officeart/2005/8/layout/vList5"/>
    <dgm:cxn modelId="{2EDEF156-BCF2-4004-AE14-6501FD8E1264}" type="presParOf" srcId="{ED24CBAF-4EE5-4B18-91C8-D58FCB924894}" destId="{214C7E1D-A546-414E-8712-72388CEEA25A}" srcOrd="6" destOrd="0" presId="urn:microsoft.com/office/officeart/2005/8/layout/vList5"/>
    <dgm:cxn modelId="{2C56CBFA-B41A-473C-AAA4-C107B1684C15}" type="presParOf" srcId="{214C7E1D-A546-414E-8712-72388CEEA25A}" destId="{7DA1779B-B43E-48B6-ABE3-64D075C79883}" srcOrd="0" destOrd="0" presId="urn:microsoft.com/office/officeart/2005/8/layout/vList5"/>
    <dgm:cxn modelId="{E132FCAF-55D2-4C3B-9453-53C194814109}" type="presParOf" srcId="{ED24CBAF-4EE5-4B18-91C8-D58FCB924894}" destId="{0BBFA33A-79A8-4748-9872-22F605D9EECC}" srcOrd="7" destOrd="0" presId="urn:microsoft.com/office/officeart/2005/8/layout/vList5"/>
    <dgm:cxn modelId="{7D6B1E86-99C8-4B06-A2F6-13CABEE29A6E}" type="presParOf" srcId="{ED24CBAF-4EE5-4B18-91C8-D58FCB924894}" destId="{AE2DFA44-010E-4ACC-878B-4DB350E4809C}" srcOrd="8" destOrd="0" presId="urn:microsoft.com/office/officeart/2005/8/layout/vList5"/>
    <dgm:cxn modelId="{735EF42D-A118-4140-8F85-BFD607F32156}" type="presParOf" srcId="{AE2DFA44-010E-4ACC-878B-4DB350E4809C}" destId="{B8A413E2-B793-42AE-BCAB-08361D659868}" srcOrd="0"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BBA9900-592A-4288-9349-E2F14510222F}" type="doc">
      <dgm:prSet loTypeId="urn:microsoft.com/office/officeart/2005/8/layout/matrix1" loCatId="matrix" qsTypeId="urn:microsoft.com/office/officeart/2005/8/quickstyle/simple1" qsCatId="simple" csTypeId="urn:microsoft.com/office/officeart/2005/8/colors/accent1_2" csCatId="accent1" phldr="1"/>
      <dgm:spPr/>
      <dgm:t>
        <a:bodyPr/>
        <a:lstStyle/>
        <a:p>
          <a:endParaRPr lang="en-US"/>
        </a:p>
      </dgm:t>
    </dgm:pt>
    <dgm:pt modelId="{F00B1122-311F-4754-89DA-4B83DD82B9DC}">
      <dgm:prSet phldrT="[Text]" custT="1"/>
      <dgm:spPr/>
      <dgm:t>
        <a:bodyPr/>
        <a:lstStyle/>
        <a:p>
          <a:r>
            <a:rPr lang="en-US" sz="2800" dirty="0"/>
            <a:t>WORKING</a:t>
          </a:r>
        </a:p>
      </dgm:t>
    </dgm:pt>
    <dgm:pt modelId="{49B67442-18FE-47E7-B825-83681F9F57C9}" type="parTrans" cxnId="{04A5DA80-9578-4C4F-A88E-5E2EA0FB86BB}">
      <dgm:prSet/>
      <dgm:spPr/>
      <dgm:t>
        <a:bodyPr/>
        <a:lstStyle/>
        <a:p>
          <a:endParaRPr lang="en-US"/>
        </a:p>
      </dgm:t>
    </dgm:pt>
    <dgm:pt modelId="{1A1D16BD-53B2-4BEE-81E8-6730A2494B79}" type="sibTrans" cxnId="{04A5DA80-9578-4C4F-A88E-5E2EA0FB86BB}">
      <dgm:prSet/>
      <dgm:spPr/>
      <dgm:t>
        <a:bodyPr/>
        <a:lstStyle/>
        <a:p>
          <a:endParaRPr lang="en-US"/>
        </a:p>
      </dgm:t>
    </dgm:pt>
    <dgm:pt modelId="{102AF9F7-7330-458D-8FF7-16A146B9F02E}">
      <dgm:prSet phldrT="[Text]" custT="1"/>
      <dgm:spPr/>
      <dgm:t>
        <a:bodyPr/>
        <a:lstStyle/>
        <a:p>
          <a:r>
            <a:rPr lang="en-US" sz="2000" b="1" dirty="0"/>
            <a:t>SMS Dashboard</a:t>
          </a:r>
          <a:endParaRPr lang="en-US" sz="2000" dirty="0"/>
        </a:p>
        <a:p>
          <a:pPr>
            <a:buFont typeface="Wingdings" panose="05000000000000000000" pitchFamily="2" charset="2"/>
            <a:buChar char="§"/>
          </a:pPr>
          <a:r>
            <a:rPr lang="en-US" sz="1600" dirty="0"/>
            <a:t>1. User sends a message (e.g., “HELP MEDICAL”).</a:t>
          </a:r>
        </a:p>
        <a:p>
          <a:pPr>
            <a:buFont typeface="Wingdings" panose="05000000000000000000" pitchFamily="2" charset="2"/>
            <a:buChar char="§"/>
          </a:pPr>
          <a:r>
            <a:rPr lang="en-US" sz="1600" dirty="0"/>
            <a:t>2. System detects keywords and assigns a team </a:t>
          </a:r>
        </a:p>
        <a:p>
          <a:pPr>
            <a:buFont typeface="Wingdings" panose="05000000000000000000" pitchFamily="2" charset="2"/>
            <a:buChar char="§"/>
          </a:pPr>
          <a:r>
            <a:rPr lang="en-US" sz="1600" dirty="0"/>
            <a:t>3. Request is stored and displayed instantly</a:t>
          </a:r>
        </a:p>
      </dgm:t>
    </dgm:pt>
    <dgm:pt modelId="{AB8916BE-F892-4C51-A842-EBDC4C1350AD}" type="parTrans" cxnId="{6811BD1A-DC64-40AC-83F8-EAAFB68F5BA9}">
      <dgm:prSet/>
      <dgm:spPr/>
      <dgm:t>
        <a:bodyPr/>
        <a:lstStyle/>
        <a:p>
          <a:endParaRPr lang="en-US"/>
        </a:p>
      </dgm:t>
    </dgm:pt>
    <dgm:pt modelId="{195BECE1-14AB-43C7-939B-2EF77FD1C656}" type="sibTrans" cxnId="{6811BD1A-DC64-40AC-83F8-EAAFB68F5BA9}">
      <dgm:prSet/>
      <dgm:spPr/>
      <dgm:t>
        <a:bodyPr/>
        <a:lstStyle/>
        <a:p>
          <a:endParaRPr lang="en-US"/>
        </a:p>
      </dgm:t>
    </dgm:pt>
    <dgm:pt modelId="{A02F8C00-7093-4D79-9A51-5AF8A0C24719}">
      <dgm:prSet phldrT="[Text]" custT="1"/>
      <dgm:spPr/>
      <dgm:t>
        <a:bodyPr/>
        <a:lstStyle/>
        <a:p>
          <a:r>
            <a:rPr lang="en-US" sz="2000" b="1" dirty="0"/>
            <a:t>Mesh Network Simulator</a:t>
          </a:r>
          <a:endParaRPr lang="en-US" sz="2000" dirty="0"/>
        </a:p>
        <a:p>
          <a:pPr>
            <a:buFont typeface="Arial" panose="020B0604020202020204" pitchFamily="34" charset="0"/>
            <a:buChar char="•"/>
          </a:pPr>
          <a:r>
            <a:rPr lang="en-US" sz="1600" dirty="0"/>
            <a:t>1. Message travels through nodes step-by-step </a:t>
          </a:r>
        </a:p>
        <a:p>
          <a:pPr>
            <a:buFont typeface="Arial" panose="020B0604020202020204" pitchFamily="34" charset="0"/>
            <a:buChar char="•"/>
          </a:pPr>
          <a:r>
            <a:rPr lang="en-US" sz="1600" dirty="0"/>
            <a:t>2. Visual animations show data movement </a:t>
          </a:r>
        </a:p>
        <a:p>
          <a:pPr>
            <a:buFont typeface="Arial" panose="020B0604020202020204" pitchFamily="34" charset="0"/>
            <a:buChar char="•"/>
          </a:pPr>
          <a:r>
            <a:rPr lang="en-US" sz="1600" dirty="0"/>
            <a:t>3. Final responder receives and processes the request.</a:t>
          </a:r>
        </a:p>
      </dgm:t>
    </dgm:pt>
    <dgm:pt modelId="{72B6E4AF-1F3A-43B2-97A0-8D65B0715BDA}" type="parTrans" cxnId="{D21F548F-5B07-4501-A4D1-C14103464083}">
      <dgm:prSet/>
      <dgm:spPr/>
      <dgm:t>
        <a:bodyPr/>
        <a:lstStyle/>
        <a:p>
          <a:endParaRPr lang="en-US"/>
        </a:p>
      </dgm:t>
    </dgm:pt>
    <dgm:pt modelId="{C7C27F23-2ABE-48CF-91CF-42D0ADA010AA}" type="sibTrans" cxnId="{D21F548F-5B07-4501-A4D1-C14103464083}">
      <dgm:prSet/>
      <dgm:spPr/>
      <dgm:t>
        <a:bodyPr/>
        <a:lstStyle/>
        <a:p>
          <a:endParaRPr lang="en-US"/>
        </a:p>
      </dgm:t>
    </dgm:pt>
    <dgm:pt modelId="{2BD34D2F-9C09-45CD-975A-7D951532A5C4}">
      <dgm:prSet phldrT="[Text]" custT="1"/>
      <dgm:spPr/>
      <dgm:t>
        <a:bodyPr/>
        <a:lstStyle/>
        <a:p>
          <a:pPr>
            <a:buFont typeface="Arial" panose="020B0604020202020204" pitchFamily="34" charset="0"/>
            <a:buChar char="•"/>
          </a:pPr>
          <a:r>
            <a:rPr lang="en-US" sz="2000" b="1" dirty="0"/>
            <a:t>Beacon Portal</a:t>
          </a:r>
          <a:endParaRPr lang="en-US" sz="2000" dirty="0"/>
        </a:p>
        <a:p>
          <a:pPr>
            <a:buFont typeface="Arial" panose="020B0604020202020204" pitchFamily="34" charset="0"/>
            <a:buChar char="•"/>
          </a:pPr>
          <a:r>
            <a:rPr lang="en-US" sz="1600" dirty="0"/>
            <a:t>1. User connects to a local zone </a:t>
          </a:r>
        </a:p>
        <a:p>
          <a:pPr>
            <a:buFont typeface="Arial" panose="020B0604020202020204" pitchFamily="34" charset="0"/>
            <a:buChar char="•"/>
          </a:pPr>
          <a:r>
            <a:rPr lang="en-US" sz="1600" dirty="0"/>
            <a:t>2. Fills structured form </a:t>
          </a:r>
        </a:p>
        <a:p>
          <a:pPr>
            <a:buFont typeface="Arial" panose="020B0604020202020204" pitchFamily="34" charset="0"/>
            <a:buChar char="•"/>
          </a:pPr>
          <a:r>
            <a:rPr lang="en-US" sz="1600" dirty="0"/>
            <a:t>3. Request is directly mapped to a team</a:t>
          </a:r>
        </a:p>
      </dgm:t>
    </dgm:pt>
    <dgm:pt modelId="{67013182-90A9-44D8-BD30-8BF21514812C}" type="parTrans" cxnId="{A3E39F89-E0BD-4E63-9AF4-9635369F5E40}">
      <dgm:prSet/>
      <dgm:spPr/>
      <dgm:t>
        <a:bodyPr/>
        <a:lstStyle/>
        <a:p>
          <a:endParaRPr lang="en-US"/>
        </a:p>
      </dgm:t>
    </dgm:pt>
    <dgm:pt modelId="{C374DF00-5D06-4F4D-8CBE-0FA590A8F780}" type="sibTrans" cxnId="{A3E39F89-E0BD-4E63-9AF4-9635369F5E40}">
      <dgm:prSet/>
      <dgm:spPr/>
      <dgm:t>
        <a:bodyPr/>
        <a:lstStyle/>
        <a:p>
          <a:endParaRPr lang="en-US"/>
        </a:p>
      </dgm:t>
    </dgm:pt>
    <dgm:pt modelId="{25622917-8C07-4E69-AF51-3D7B4C2B1276}">
      <dgm:prSet phldrT="[Text]" custT="1"/>
      <dgm:spPr/>
      <dgm:t>
        <a:bodyPr/>
        <a:lstStyle/>
        <a:p>
          <a:r>
            <a:rPr lang="en-US" sz="2000" b="1" dirty="0"/>
            <a:t>Unified Dashboard</a:t>
          </a:r>
          <a:endParaRPr lang="en-US" sz="2000" dirty="0"/>
        </a:p>
        <a:p>
          <a:pPr>
            <a:buFont typeface="Arial" panose="020B0604020202020204" pitchFamily="34" charset="0"/>
            <a:buChar char="•"/>
          </a:pPr>
          <a:r>
            <a:rPr lang="en-US" sz="1600" dirty="0"/>
            <a:t>1. Collects data from all modules </a:t>
          </a:r>
        </a:p>
        <a:p>
          <a:pPr>
            <a:buFont typeface="Arial" panose="020B0604020202020204" pitchFamily="34" charset="0"/>
            <a:buChar char="•"/>
          </a:pPr>
          <a:r>
            <a:rPr lang="en-US" sz="1600" dirty="0"/>
            <a:t>2. Normalizes and displays requests </a:t>
          </a:r>
        </a:p>
        <a:p>
          <a:pPr>
            <a:buFont typeface="Arial" panose="020B0604020202020204" pitchFamily="34" charset="0"/>
            <a:buChar char="•"/>
          </a:pPr>
          <a:r>
            <a:rPr lang="en-US" sz="1600" dirty="0"/>
            <a:t>3.Provides filtering, search, and status tracking</a:t>
          </a:r>
        </a:p>
      </dgm:t>
    </dgm:pt>
    <dgm:pt modelId="{2278A496-9014-4DBB-A16D-4FBEFF73C479}" type="parTrans" cxnId="{9E29279F-CB28-4EDC-BDE9-912EC68B5ED0}">
      <dgm:prSet/>
      <dgm:spPr/>
      <dgm:t>
        <a:bodyPr/>
        <a:lstStyle/>
        <a:p>
          <a:endParaRPr lang="en-US"/>
        </a:p>
      </dgm:t>
    </dgm:pt>
    <dgm:pt modelId="{A75FD7E7-1A19-497A-BBBE-A264A03894BE}" type="sibTrans" cxnId="{9E29279F-CB28-4EDC-BDE9-912EC68B5ED0}">
      <dgm:prSet/>
      <dgm:spPr/>
      <dgm:t>
        <a:bodyPr/>
        <a:lstStyle/>
        <a:p>
          <a:endParaRPr lang="en-US"/>
        </a:p>
      </dgm:t>
    </dgm:pt>
    <dgm:pt modelId="{DD1F435A-0CD1-4480-9F53-6CB36C8F949B}" type="pres">
      <dgm:prSet presAssocID="{7BBA9900-592A-4288-9349-E2F14510222F}" presName="diagram" presStyleCnt="0">
        <dgm:presLayoutVars>
          <dgm:chMax val="1"/>
          <dgm:dir/>
          <dgm:animLvl val="ctr"/>
          <dgm:resizeHandles val="exact"/>
        </dgm:presLayoutVars>
      </dgm:prSet>
      <dgm:spPr/>
    </dgm:pt>
    <dgm:pt modelId="{538248D1-941F-4DBC-B543-D06A9C0C18A7}" type="pres">
      <dgm:prSet presAssocID="{7BBA9900-592A-4288-9349-E2F14510222F}" presName="matrix" presStyleCnt="0"/>
      <dgm:spPr/>
    </dgm:pt>
    <dgm:pt modelId="{266912E7-AB07-43AE-90E8-8024311C8CE5}" type="pres">
      <dgm:prSet presAssocID="{7BBA9900-592A-4288-9349-E2F14510222F}" presName="tile1" presStyleLbl="node1" presStyleIdx="0" presStyleCnt="4"/>
      <dgm:spPr/>
    </dgm:pt>
    <dgm:pt modelId="{BFFCE892-4036-4FAC-8DC6-3805D3AB88A0}" type="pres">
      <dgm:prSet presAssocID="{7BBA9900-592A-4288-9349-E2F14510222F}" presName="tile1text" presStyleLbl="node1" presStyleIdx="0" presStyleCnt="4">
        <dgm:presLayoutVars>
          <dgm:chMax val="0"/>
          <dgm:chPref val="0"/>
          <dgm:bulletEnabled val="1"/>
        </dgm:presLayoutVars>
      </dgm:prSet>
      <dgm:spPr/>
    </dgm:pt>
    <dgm:pt modelId="{022611C9-9E70-47C9-A6D1-9FFFB3724E91}" type="pres">
      <dgm:prSet presAssocID="{7BBA9900-592A-4288-9349-E2F14510222F}" presName="tile2" presStyleLbl="node1" presStyleIdx="1" presStyleCnt="4"/>
      <dgm:spPr/>
    </dgm:pt>
    <dgm:pt modelId="{779593EF-15DB-48E0-9488-8EEDA66315DC}" type="pres">
      <dgm:prSet presAssocID="{7BBA9900-592A-4288-9349-E2F14510222F}" presName="tile2text" presStyleLbl="node1" presStyleIdx="1" presStyleCnt="4">
        <dgm:presLayoutVars>
          <dgm:chMax val="0"/>
          <dgm:chPref val="0"/>
          <dgm:bulletEnabled val="1"/>
        </dgm:presLayoutVars>
      </dgm:prSet>
      <dgm:spPr/>
    </dgm:pt>
    <dgm:pt modelId="{232E26EA-FC39-4B46-95AD-2B4553637D88}" type="pres">
      <dgm:prSet presAssocID="{7BBA9900-592A-4288-9349-E2F14510222F}" presName="tile3" presStyleLbl="node1" presStyleIdx="2" presStyleCnt="4"/>
      <dgm:spPr/>
    </dgm:pt>
    <dgm:pt modelId="{D71DC7A3-616B-4C0D-BA40-6886ADF5E837}" type="pres">
      <dgm:prSet presAssocID="{7BBA9900-592A-4288-9349-E2F14510222F}" presName="tile3text" presStyleLbl="node1" presStyleIdx="2" presStyleCnt="4">
        <dgm:presLayoutVars>
          <dgm:chMax val="0"/>
          <dgm:chPref val="0"/>
          <dgm:bulletEnabled val="1"/>
        </dgm:presLayoutVars>
      </dgm:prSet>
      <dgm:spPr/>
    </dgm:pt>
    <dgm:pt modelId="{4A55ECA8-F13A-4EFF-BB41-41A7E9BE7969}" type="pres">
      <dgm:prSet presAssocID="{7BBA9900-592A-4288-9349-E2F14510222F}" presName="tile4" presStyleLbl="node1" presStyleIdx="3" presStyleCnt="4"/>
      <dgm:spPr/>
    </dgm:pt>
    <dgm:pt modelId="{150E73C4-AE99-41E2-BDE0-19BF6A1295E9}" type="pres">
      <dgm:prSet presAssocID="{7BBA9900-592A-4288-9349-E2F14510222F}" presName="tile4text" presStyleLbl="node1" presStyleIdx="3" presStyleCnt="4">
        <dgm:presLayoutVars>
          <dgm:chMax val="0"/>
          <dgm:chPref val="0"/>
          <dgm:bulletEnabled val="1"/>
        </dgm:presLayoutVars>
      </dgm:prSet>
      <dgm:spPr/>
    </dgm:pt>
    <dgm:pt modelId="{BA69AD12-4104-4B27-AA6B-AA0AEA83285B}" type="pres">
      <dgm:prSet presAssocID="{7BBA9900-592A-4288-9349-E2F14510222F}" presName="centerTile" presStyleLbl="fgShp" presStyleIdx="0" presStyleCnt="1">
        <dgm:presLayoutVars>
          <dgm:chMax val="0"/>
          <dgm:chPref val="0"/>
        </dgm:presLayoutVars>
      </dgm:prSet>
      <dgm:spPr/>
    </dgm:pt>
  </dgm:ptLst>
  <dgm:cxnLst>
    <dgm:cxn modelId="{7504D614-E594-470A-BA7B-FE12111EA1A8}" type="presOf" srcId="{A02F8C00-7093-4D79-9A51-5AF8A0C24719}" destId="{779593EF-15DB-48E0-9488-8EEDA66315DC}" srcOrd="1" destOrd="0" presId="urn:microsoft.com/office/officeart/2005/8/layout/matrix1"/>
    <dgm:cxn modelId="{6811BD1A-DC64-40AC-83F8-EAAFB68F5BA9}" srcId="{F00B1122-311F-4754-89DA-4B83DD82B9DC}" destId="{102AF9F7-7330-458D-8FF7-16A146B9F02E}" srcOrd="0" destOrd="0" parTransId="{AB8916BE-F892-4C51-A842-EBDC4C1350AD}" sibTransId="{195BECE1-14AB-43C7-939B-2EF77FD1C656}"/>
    <dgm:cxn modelId="{E41EDB2E-CDDB-4D13-A970-4AF5472AABCA}" type="presOf" srcId="{F00B1122-311F-4754-89DA-4B83DD82B9DC}" destId="{BA69AD12-4104-4B27-AA6B-AA0AEA83285B}" srcOrd="0" destOrd="0" presId="urn:microsoft.com/office/officeart/2005/8/layout/matrix1"/>
    <dgm:cxn modelId="{B2AD6A68-1352-4465-B336-F131FE312E69}" type="presOf" srcId="{25622917-8C07-4E69-AF51-3D7B4C2B1276}" destId="{4A55ECA8-F13A-4EFF-BB41-41A7E9BE7969}" srcOrd="0" destOrd="0" presId="urn:microsoft.com/office/officeart/2005/8/layout/matrix1"/>
    <dgm:cxn modelId="{0B7EAF6E-D74B-42C8-B0AA-31C03B4C75AA}" type="presOf" srcId="{A02F8C00-7093-4D79-9A51-5AF8A0C24719}" destId="{022611C9-9E70-47C9-A6D1-9FFFB3724E91}" srcOrd="0" destOrd="0" presId="urn:microsoft.com/office/officeart/2005/8/layout/matrix1"/>
    <dgm:cxn modelId="{B2EFFB50-9548-4643-98FE-9B1554911AB3}" type="presOf" srcId="{102AF9F7-7330-458D-8FF7-16A146B9F02E}" destId="{266912E7-AB07-43AE-90E8-8024311C8CE5}" srcOrd="0" destOrd="0" presId="urn:microsoft.com/office/officeart/2005/8/layout/matrix1"/>
    <dgm:cxn modelId="{04A5DA80-9578-4C4F-A88E-5E2EA0FB86BB}" srcId="{7BBA9900-592A-4288-9349-E2F14510222F}" destId="{F00B1122-311F-4754-89DA-4B83DD82B9DC}" srcOrd="0" destOrd="0" parTransId="{49B67442-18FE-47E7-B825-83681F9F57C9}" sibTransId="{1A1D16BD-53B2-4BEE-81E8-6730A2494B79}"/>
    <dgm:cxn modelId="{45CC7082-0F37-472E-9244-DB00C3947CD6}" type="presOf" srcId="{102AF9F7-7330-458D-8FF7-16A146B9F02E}" destId="{BFFCE892-4036-4FAC-8DC6-3805D3AB88A0}" srcOrd="1" destOrd="0" presId="urn:microsoft.com/office/officeart/2005/8/layout/matrix1"/>
    <dgm:cxn modelId="{A3E39F89-E0BD-4E63-9AF4-9635369F5E40}" srcId="{F00B1122-311F-4754-89DA-4B83DD82B9DC}" destId="{2BD34D2F-9C09-45CD-975A-7D951532A5C4}" srcOrd="2" destOrd="0" parTransId="{67013182-90A9-44D8-BD30-8BF21514812C}" sibTransId="{C374DF00-5D06-4F4D-8CBE-0FA590A8F780}"/>
    <dgm:cxn modelId="{D21F548F-5B07-4501-A4D1-C14103464083}" srcId="{F00B1122-311F-4754-89DA-4B83DD82B9DC}" destId="{A02F8C00-7093-4D79-9A51-5AF8A0C24719}" srcOrd="1" destOrd="0" parTransId="{72B6E4AF-1F3A-43B2-97A0-8D65B0715BDA}" sibTransId="{C7C27F23-2ABE-48CF-91CF-42D0ADA010AA}"/>
    <dgm:cxn modelId="{9E29279F-CB28-4EDC-BDE9-912EC68B5ED0}" srcId="{F00B1122-311F-4754-89DA-4B83DD82B9DC}" destId="{25622917-8C07-4E69-AF51-3D7B4C2B1276}" srcOrd="3" destOrd="0" parTransId="{2278A496-9014-4DBB-A16D-4FBEFF73C479}" sibTransId="{A75FD7E7-1A19-497A-BBBE-A264A03894BE}"/>
    <dgm:cxn modelId="{FD39DFB4-879C-4D68-83EC-9744A8C860DD}" type="presOf" srcId="{2BD34D2F-9C09-45CD-975A-7D951532A5C4}" destId="{232E26EA-FC39-4B46-95AD-2B4553637D88}" srcOrd="0" destOrd="0" presId="urn:microsoft.com/office/officeart/2005/8/layout/matrix1"/>
    <dgm:cxn modelId="{F94F22C9-1A34-40D8-9961-C5E7E44838C9}" type="presOf" srcId="{7BBA9900-592A-4288-9349-E2F14510222F}" destId="{DD1F435A-0CD1-4480-9F53-6CB36C8F949B}" srcOrd="0" destOrd="0" presId="urn:microsoft.com/office/officeart/2005/8/layout/matrix1"/>
    <dgm:cxn modelId="{4DB757CC-73B3-453D-A438-17ECDC400709}" type="presOf" srcId="{25622917-8C07-4E69-AF51-3D7B4C2B1276}" destId="{150E73C4-AE99-41E2-BDE0-19BF6A1295E9}" srcOrd="1" destOrd="0" presId="urn:microsoft.com/office/officeart/2005/8/layout/matrix1"/>
    <dgm:cxn modelId="{FE1836D7-0FFB-404F-B171-43B6370802A0}" type="presOf" srcId="{2BD34D2F-9C09-45CD-975A-7D951532A5C4}" destId="{D71DC7A3-616B-4C0D-BA40-6886ADF5E837}" srcOrd="1" destOrd="0" presId="urn:microsoft.com/office/officeart/2005/8/layout/matrix1"/>
    <dgm:cxn modelId="{0358AE8F-A2D5-4922-B9C1-3CF0ADD6B322}" type="presParOf" srcId="{DD1F435A-0CD1-4480-9F53-6CB36C8F949B}" destId="{538248D1-941F-4DBC-B543-D06A9C0C18A7}" srcOrd="0" destOrd="0" presId="urn:microsoft.com/office/officeart/2005/8/layout/matrix1"/>
    <dgm:cxn modelId="{28E1C56B-33EF-465A-BA33-CC7DCFE8DEF2}" type="presParOf" srcId="{538248D1-941F-4DBC-B543-D06A9C0C18A7}" destId="{266912E7-AB07-43AE-90E8-8024311C8CE5}" srcOrd="0" destOrd="0" presId="urn:microsoft.com/office/officeart/2005/8/layout/matrix1"/>
    <dgm:cxn modelId="{DDCE9531-DB50-4663-9ABC-EC5EEEF617B0}" type="presParOf" srcId="{538248D1-941F-4DBC-B543-D06A9C0C18A7}" destId="{BFFCE892-4036-4FAC-8DC6-3805D3AB88A0}" srcOrd="1" destOrd="0" presId="urn:microsoft.com/office/officeart/2005/8/layout/matrix1"/>
    <dgm:cxn modelId="{BFE620BC-EC31-4867-8D3C-0697764911E5}" type="presParOf" srcId="{538248D1-941F-4DBC-B543-D06A9C0C18A7}" destId="{022611C9-9E70-47C9-A6D1-9FFFB3724E91}" srcOrd="2" destOrd="0" presId="urn:microsoft.com/office/officeart/2005/8/layout/matrix1"/>
    <dgm:cxn modelId="{2D4B9E0F-6AA7-4553-83E3-2D26BA811FDB}" type="presParOf" srcId="{538248D1-941F-4DBC-B543-D06A9C0C18A7}" destId="{779593EF-15DB-48E0-9488-8EEDA66315DC}" srcOrd="3" destOrd="0" presId="urn:microsoft.com/office/officeart/2005/8/layout/matrix1"/>
    <dgm:cxn modelId="{2B2CB1D5-911F-4D95-9BE2-6DA13CE24860}" type="presParOf" srcId="{538248D1-941F-4DBC-B543-D06A9C0C18A7}" destId="{232E26EA-FC39-4B46-95AD-2B4553637D88}" srcOrd="4" destOrd="0" presId="urn:microsoft.com/office/officeart/2005/8/layout/matrix1"/>
    <dgm:cxn modelId="{FB9D9E95-0CBD-40D2-B500-80CD51A0B562}" type="presParOf" srcId="{538248D1-941F-4DBC-B543-D06A9C0C18A7}" destId="{D71DC7A3-616B-4C0D-BA40-6886ADF5E837}" srcOrd="5" destOrd="0" presId="urn:microsoft.com/office/officeart/2005/8/layout/matrix1"/>
    <dgm:cxn modelId="{522A0961-9209-414E-86B9-65D02396F640}" type="presParOf" srcId="{538248D1-941F-4DBC-B543-D06A9C0C18A7}" destId="{4A55ECA8-F13A-4EFF-BB41-41A7E9BE7969}" srcOrd="6" destOrd="0" presId="urn:microsoft.com/office/officeart/2005/8/layout/matrix1"/>
    <dgm:cxn modelId="{50ABE4FE-9FCA-43D9-B3C1-39123981322C}" type="presParOf" srcId="{538248D1-941F-4DBC-B543-D06A9C0C18A7}" destId="{150E73C4-AE99-41E2-BDE0-19BF6A1295E9}" srcOrd="7" destOrd="0" presId="urn:microsoft.com/office/officeart/2005/8/layout/matrix1"/>
    <dgm:cxn modelId="{AC3FED49-B0FE-483F-AE78-C6D8A2047653}" type="presParOf" srcId="{DD1F435A-0CD1-4480-9F53-6CB36C8F949B}" destId="{BA69AD12-4104-4B27-AA6B-AA0AEA83285B}" srcOrd="1" destOrd="0" presId="urn:microsoft.com/office/officeart/2005/8/layout/matrix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56F8799-F7B1-4CB5-B9BB-1B26EF105A01}" type="doc">
      <dgm:prSet loTypeId="urn:microsoft.com/office/officeart/2005/8/layout/venn1" loCatId="relationship" qsTypeId="urn:microsoft.com/office/officeart/2005/8/quickstyle/simple1" qsCatId="simple" csTypeId="urn:microsoft.com/office/officeart/2005/8/colors/accent1_2" csCatId="accent1"/>
      <dgm:spPr/>
      <dgm:t>
        <a:bodyPr/>
        <a:lstStyle/>
        <a:p>
          <a:endParaRPr lang="en-US"/>
        </a:p>
      </dgm:t>
    </dgm:pt>
    <dgm:pt modelId="{CD2419DE-49E7-430D-9801-BBCECA555BF0}">
      <dgm:prSet/>
      <dgm:spPr/>
      <dgm:t>
        <a:bodyPr/>
        <a:lstStyle/>
        <a:p>
          <a:endParaRPr lang="en-US"/>
        </a:p>
      </dgm:t>
    </dgm:pt>
    <dgm:pt modelId="{68BE3765-B007-4A29-B6DC-9150DDBBABE5}" type="parTrans" cxnId="{5C2CC358-E7C6-4270-8267-997A9F38EA1F}">
      <dgm:prSet/>
      <dgm:spPr/>
      <dgm:t>
        <a:bodyPr/>
        <a:lstStyle/>
        <a:p>
          <a:endParaRPr lang="en-US"/>
        </a:p>
      </dgm:t>
    </dgm:pt>
    <dgm:pt modelId="{7335CE59-3BF2-44D5-ABB8-2F25F116B913}" type="sibTrans" cxnId="{5C2CC358-E7C6-4270-8267-997A9F38EA1F}">
      <dgm:prSet/>
      <dgm:spPr/>
      <dgm:t>
        <a:bodyPr/>
        <a:lstStyle/>
        <a:p>
          <a:endParaRPr lang="en-US"/>
        </a:p>
      </dgm:t>
    </dgm:pt>
    <dgm:pt modelId="{04E2444F-180C-44E3-8876-FB55880A0335}">
      <dgm:prSet/>
      <dgm:spPr/>
      <dgm:t>
        <a:bodyPr/>
        <a:lstStyle/>
        <a:p>
          <a:r>
            <a:rPr lang="en-US" i="0" baseline="0"/>
            <a:t>Works completely offline </a:t>
          </a:r>
          <a:endParaRPr lang="en-US"/>
        </a:p>
      </dgm:t>
    </dgm:pt>
    <dgm:pt modelId="{24AD0202-F66C-492A-AA96-C3D42FFC9A2A}" type="parTrans" cxnId="{A08F6CD8-34A1-4182-A5CF-DD5B5E88296A}">
      <dgm:prSet/>
      <dgm:spPr/>
      <dgm:t>
        <a:bodyPr/>
        <a:lstStyle/>
        <a:p>
          <a:endParaRPr lang="en-US"/>
        </a:p>
      </dgm:t>
    </dgm:pt>
    <dgm:pt modelId="{46AEF24F-8E86-4067-A0C1-AC4F6AD86963}" type="sibTrans" cxnId="{A08F6CD8-34A1-4182-A5CF-DD5B5E88296A}">
      <dgm:prSet/>
      <dgm:spPr/>
      <dgm:t>
        <a:bodyPr/>
        <a:lstStyle/>
        <a:p>
          <a:endParaRPr lang="en-US"/>
        </a:p>
      </dgm:t>
    </dgm:pt>
    <dgm:pt modelId="{2C85968E-1EF1-47D5-B632-E19DC6CB561F}">
      <dgm:prSet/>
      <dgm:spPr/>
      <dgm:t>
        <a:bodyPr/>
        <a:lstStyle/>
        <a:p>
          <a:r>
            <a:rPr lang="en-US" i="0" baseline="0"/>
            <a:t>Supports multiple communication channels </a:t>
          </a:r>
          <a:endParaRPr lang="en-US"/>
        </a:p>
      </dgm:t>
    </dgm:pt>
    <dgm:pt modelId="{39A24984-B3AC-4FCE-8F7A-CF750E39CE2A}" type="parTrans" cxnId="{ED9F6419-8CF6-43D4-9325-9D0E5860771F}">
      <dgm:prSet/>
      <dgm:spPr/>
      <dgm:t>
        <a:bodyPr/>
        <a:lstStyle/>
        <a:p>
          <a:endParaRPr lang="en-US"/>
        </a:p>
      </dgm:t>
    </dgm:pt>
    <dgm:pt modelId="{A25581B2-CE4D-4FC8-B716-88D9F633772F}" type="sibTrans" cxnId="{ED9F6419-8CF6-43D4-9325-9D0E5860771F}">
      <dgm:prSet/>
      <dgm:spPr/>
      <dgm:t>
        <a:bodyPr/>
        <a:lstStyle/>
        <a:p>
          <a:endParaRPr lang="en-US"/>
        </a:p>
      </dgm:t>
    </dgm:pt>
    <dgm:pt modelId="{BCDD2B4A-0C9C-4928-BA44-C43717CAA1FC}">
      <dgm:prSet/>
      <dgm:spPr/>
      <dgm:t>
        <a:bodyPr/>
        <a:lstStyle/>
        <a:p>
          <a:r>
            <a:rPr lang="en-US" i="0" baseline="0"/>
            <a:t>Automatic team assignment </a:t>
          </a:r>
          <a:endParaRPr lang="en-US"/>
        </a:p>
      </dgm:t>
    </dgm:pt>
    <dgm:pt modelId="{858A1B0B-2B10-4F6A-A011-5CF954E9FF08}" type="parTrans" cxnId="{F094CEFF-68A1-41B8-824F-4A66B15C82FE}">
      <dgm:prSet/>
      <dgm:spPr/>
      <dgm:t>
        <a:bodyPr/>
        <a:lstStyle/>
        <a:p>
          <a:endParaRPr lang="en-US"/>
        </a:p>
      </dgm:t>
    </dgm:pt>
    <dgm:pt modelId="{3CDB018B-5C78-4DBD-A760-E425BFB9E0FE}" type="sibTrans" cxnId="{F094CEFF-68A1-41B8-824F-4A66B15C82FE}">
      <dgm:prSet/>
      <dgm:spPr/>
      <dgm:t>
        <a:bodyPr/>
        <a:lstStyle/>
        <a:p>
          <a:endParaRPr lang="en-US"/>
        </a:p>
      </dgm:t>
    </dgm:pt>
    <dgm:pt modelId="{F45B4F63-E0EB-4CBB-8760-B37EA903BFE3}">
      <dgm:prSet/>
      <dgm:spPr/>
      <dgm:t>
        <a:bodyPr/>
        <a:lstStyle/>
        <a:p>
          <a:r>
            <a:rPr lang="en-US" i="0" baseline="0"/>
            <a:t>Real-time data synchronization </a:t>
          </a:r>
          <a:endParaRPr lang="en-US"/>
        </a:p>
      </dgm:t>
    </dgm:pt>
    <dgm:pt modelId="{254A473C-7AD5-4AC8-8E6E-914F39B10F2D}" type="parTrans" cxnId="{59ADF9C8-AFA6-426A-A502-36A7EF3BC576}">
      <dgm:prSet/>
      <dgm:spPr/>
      <dgm:t>
        <a:bodyPr/>
        <a:lstStyle/>
        <a:p>
          <a:endParaRPr lang="en-US"/>
        </a:p>
      </dgm:t>
    </dgm:pt>
    <dgm:pt modelId="{E3E197A6-F1AA-4084-B86A-31C9A59A262F}" type="sibTrans" cxnId="{59ADF9C8-AFA6-426A-A502-36A7EF3BC576}">
      <dgm:prSet/>
      <dgm:spPr/>
      <dgm:t>
        <a:bodyPr/>
        <a:lstStyle/>
        <a:p>
          <a:endParaRPr lang="en-US"/>
        </a:p>
      </dgm:t>
    </dgm:pt>
    <dgm:pt modelId="{7560E0C2-6235-46A1-8759-E597A3045F36}">
      <dgm:prSet/>
      <dgm:spPr/>
      <dgm:t>
        <a:bodyPr/>
        <a:lstStyle/>
        <a:p>
          <a:r>
            <a:rPr lang="en-US" i="0" baseline="0"/>
            <a:t>Easy-to-use interface </a:t>
          </a:r>
          <a:endParaRPr lang="en-US"/>
        </a:p>
      </dgm:t>
    </dgm:pt>
    <dgm:pt modelId="{2A48AB83-43A5-4150-B19D-D27A00207A77}" type="parTrans" cxnId="{F069269F-4233-468D-A10D-9A74A924F749}">
      <dgm:prSet/>
      <dgm:spPr/>
      <dgm:t>
        <a:bodyPr/>
        <a:lstStyle/>
        <a:p>
          <a:endParaRPr lang="en-US"/>
        </a:p>
      </dgm:t>
    </dgm:pt>
    <dgm:pt modelId="{01CB8B56-6AC8-4EE1-81A8-C92EFFAA42E9}" type="sibTrans" cxnId="{F069269F-4233-468D-A10D-9A74A924F749}">
      <dgm:prSet/>
      <dgm:spPr/>
      <dgm:t>
        <a:bodyPr/>
        <a:lstStyle/>
        <a:p>
          <a:endParaRPr lang="en-US"/>
        </a:p>
      </dgm:t>
    </dgm:pt>
    <dgm:pt modelId="{AB326ACF-DF0A-425A-A2C0-2E7767EC63AA}">
      <dgm:prSet/>
      <dgm:spPr/>
      <dgm:t>
        <a:bodyPr/>
        <a:lstStyle/>
        <a:p>
          <a:r>
            <a:rPr lang="en-US" i="0" baseline="0"/>
            <a:t>Improves response time and coordination </a:t>
          </a:r>
          <a:endParaRPr lang="en-US"/>
        </a:p>
      </dgm:t>
    </dgm:pt>
    <dgm:pt modelId="{61B0870F-B1DE-48E4-9579-F71D3B432A6F}" type="parTrans" cxnId="{8EDE734F-FFBB-4E96-A8CB-B24B8DD31B48}">
      <dgm:prSet/>
      <dgm:spPr/>
      <dgm:t>
        <a:bodyPr/>
        <a:lstStyle/>
        <a:p>
          <a:endParaRPr lang="en-US"/>
        </a:p>
      </dgm:t>
    </dgm:pt>
    <dgm:pt modelId="{93FB8A07-3671-4C51-B0AB-616FA91AA439}" type="sibTrans" cxnId="{8EDE734F-FFBB-4E96-A8CB-B24B8DD31B48}">
      <dgm:prSet/>
      <dgm:spPr/>
      <dgm:t>
        <a:bodyPr/>
        <a:lstStyle/>
        <a:p>
          <a:endParaRPr lang="en-US"/>
        </a:p>
      </dgm:t>
    </dgm:pt>
    <dgm:pt modelId="{9606CB7B-F3B9-4D98-9432-66AB396D7B7E}">
      <dgm:prSet/>
      <dgm:spPr/>
    </dgm:pt>
    <dgm:pt modelId="{6EBE7FBD-3922-4F14-91F7-58FFC0F43742}" type="parTrans" cxnId="{FB6A10BC-7BB4-46BA-AAB9-8342FEBBFB63}">
      <dgm:prSet/>
      <dgm:spPr/>
      <dgm:t>
        <a:bodyPr/>
        <a:lstStyle/>
        <a:p>
          <a:endParaRPr lang="en-US"/>
        </a:p>
      </dgm:t>
    </dgm:pt>
    <dgm:pt modelId="{B9FD4094-7DB9-4522-B7F7-BBB465668AFD}" type="sibTrans" cxnId="{FB6A10BC-7BB4-46BA-AAB9-8342FEBBFB63}">
      <dgm:prSet/>
      <dgm:spPr/>
      <dgm:t>
        <a:bodyPr/>
        <a:lstStyle/>
        <a:p>
          <a:endParaRPr lang="en-US"/>
        </a:p>
      </dgm:t>
    </dgm:pt>
    <dgm:pt modelId="{86FC25D8-9B2E-4C97-98FB-4313491D5DDB}" type="pres">
      <dgm:prSet presAssocID="{C56F8799-F7B1-4CB5-B9BB-1B26EF105A01}" presName="compositeShape" presStyleCnt="0">
        <dgm:presLayoutVars>
          <dgm:chMax val="7"/>
          <dgm:dir/>
          <dgm:resizeHandles val="exact"/>
        </dgm:presLayoutVars>
      </dgm:prSet>
      <dgm:spPr/>
    </dgm:pt>
    <dgm:pt modelId="{E44EF517-EABA-48C5-943B-1CD326177838}" type="pres">
      <dgm:prSet presAssocID="{CD2419DE-49E7-430D-9801-BBCECA555BF0}" presName="circ1" presStyleLbl="vennNode1" presStyleIdx="0" presStyleCnt="7"/>
      <dgm:spPr/>
    </dgm:pt>
    <dgm:pt modelId="{A4610699-4D98-4BD3-953B-A7288EB13FD9}" type="pres">
      <dgm:prSet presAssocID="{CD2419DE-49E7-430D-9801-BBCECA555BF0}" presName="circ1Tx" presStyleLbl="revTx" presStyleIdx="0" presStyleCnt="0">
        <dgm:presLayoutVars>
          <dgm:chMax val="0"/>
          <dgm:chPref val="0"/>
          <dgm:bulletEnabled val="1"/>
        </dgm:presLayoutVars>
      </dgm:prSet>
      <dgm:spPr/>
    </dgm:pt>
    <dgm:pt modelId="{3EDD6A1D-0FD9-4834-9ABA-4D03BA4355F4}" type="pres">
      <dgm:prSet presAssocID="{04E2444F-180C-44E3-8876-FB55880A0335}" presName="circ2" presStyleLbl="vennNode1" presStyleIdx="1" presStyleCnt="7"/>
      <dgm:spPr/>
    </dgm:pt>
    <dgm:pt modelId="{0003FC0A-CF0F-47CE-BB9B-6282B6D99343}" type="pres">
      <dgm:prSet presAssocID="{04E2444F-180C-44E3-8876-FB55880A0335}" presName="circ2Tx" presStyleLbl="revTx" presStyleIdx="0" presStyleCnt="0">
        <dgm:presLayoutVars>
          <dgm:chMax val="0"/>
          <dgm:chPref val="0"/>
          <dgm:bulletEnabled val="1"/>
        </dgm:presLayoutVars>
      </dgm:prSet>
      <dgm:spPr/>
    </dgm:pt>
    <dgm:pt modelId="{A5B54B06-388F-4A03-A00B-2DC2589F4817}" type="pres">
      <dgm:prSet presAssocID="{2C85968E-1EF1-47D5-B632-E19DC6CB561F}" presName="circ3" presStyleLbl="vennNode1" presStyleIdx="2" presStyleCnt="7"/>
      <dgm:spPr/>
    </dgm:pt>
    <dgm:pt modelId="{9C056D7A-5A1B-4F8C-8D74-B2A6429E7AD0}" type="pres">
      <dgm:prSet presAssocID="{2C85968E-1EF1-47D5-B632-E19DC6CB561F}" presName="circ3Tx" presStyleLbl="revTx" presStyleIdx="0" presStyleCnt="0">
        <dgm:presLayoutVars>
          <dgm:chMax val="0"/>
          <dgm:chPref val="0"/>
          <dgm:bulletEnabled val="1"/>
        </dgm:presLayoutVars>
      </dgm:prSet>
      <dgm:spPr/>
    </dgm:pt>
    <dgm:pt modelId="{E2D49AD5-1AAF-4BE6-A435-CA250F966367}" type="pres">
      <dgm:prSet presAssocID="{BCDD2B4A-0C9C-4928-BA44-C43717CAA1FC}" presName="circ4" presStyleLbl="vennNode1" presStyleIdx="3" presStyleCnt="7"/>
      <dgm:spPr/>
    </dgm:pt>
    <dgm:pt modelId="{1D37AED8-CFA7-454F-951C-F3745B007CCE}" type="pres">
      <dgm:prSet presAssocID="{BCDD2B4A-0C9C-4928-BA44-C43717CAA1FC}" presName="circ4Tx" presStyleLbl="revTx" presStyleIdx="0" presStyleCnt="0">
        <dgm:presLayoutVars>
          <dgm:chMax val="0"/>
          <dgm:chPref val="0"/>
          <dgm:bulletEnabled val="1"/>
        </dgm:presLayoutVars>
      </dgm:prSet>
      <dgm:spPr/>
    </dgm:pt>
    <dgm:pt modelId="{2BA1E34C-8001-4738-8DB1-5730CFC1D62A}" type="pres">
      <dgm:prSet presAssocID="{F45B4F63-E0EB-4CBB-8760-B37EA903BFE3}" presName="circ5" presStyleLbl="vennNode1" presStyleIdx="4" presStyleCnt="7"/>
      <dgm:spPr/>
    </dgm:pt>
    <dgm:pt modelId="{0CC02989-4F87-4819-9E59-E300171533B0}" type="pres">
      <dgm:prSet presAssocID="{F45B4F63-E0EB-4CBB-8760-B37EA903BFE3}" presName="circ5Tx" presStyleLbl="revTx" presStyleIdx="0" presStyleCnt="0">
        <dgm:presLayoutVars>
          <dgm:chMax val="0"/>
          <dgm:chPref val="0"/>
          <dgm:bulletEnabled val="1"/>
        </dgm:presLayoutVars>
      </dgm:prSet>
      <dgm:spPr/>
    </dgm:pt>
    <dgm:pt modelId="{9783D83B-705E-4481-8205-792CD64A0605}" type="pres">
      <dgm:prSet presAssocID="{7560E0C2-6235-46A1-8759-E597A3045F36}" presName="circ6" presStyleLbl="vennNode1" presStyleIdx="5" presStyleCnt="7"/>
      <dgm:spPr/>
    </dgm:pt>
    <dgm:pt modelId="{C00E0CF0-77C7-4F21-AF67-07319356BCCB}" type="pres">
      <dgm:prSet presAssocID="{7560E0C2-6235-46A1-8759-E597A3045F36}" presName="circ6Tx" presStyleLbl="revTx" presStyleIdx="0" presStyleCnt="0">
        <dgm:presLayoutVars>
          <dgm:chMax val="0"/>
          <dgm:chPref val="0"/>
          <dgm:bulletEnabled val="1"/>
        </dgm:presLayoutVars>
      </dgm:prSet>
      <dgm:spPr/>
    </dgm:pt>
    <dgm:pt modelId="{489EB2A8-AA17-49E9-83DA-E707F4BD1F2D}" type="pres">
      <dgm:prSet presAssocID="{AB326ACF-DF0A-425A-A2C0-2E7767EC63AA}" presName="circ7" presStyleLbl="vennNode1" presStyleIdx="6" presStyleCnt="7"/>
      <dgm:spPr/>
    </dgm:pt>
    <dgm:pt modelId="{C0802E7D-C959-43DD-AE49-B5936C7979E8}" type="pres">
      <dgm:prSet presAssocID="{AB326ACF-DF0A-425A-A2C0-2E7767EC63AA}" presName="circ7Tx" presStyleLbl="revTx" presStyleIdx="0" presStyleCnt="0">
        <dgm:presLayoutVars>
          <dgm:chMax val="0"/>
          <dgm:chPref val="0"/>
          <dgm:bulletEnabled val="1"/>
        </dgm:presLayoutVars>
      </dgm:prSet>
      <dgm:spPr/>
    </dgm:pt>
  </dgm:ptLst>
  <dgm:cxnLst>
    <dgm:cxn modelId="{ED9F6419-8CF6-43D4-9325-9D0E5860771F}" srcId="{C56F8799-F7B1-4CB5-B9BB-1B26EF105A01}" destId="{2C85968E-1EF1-47D5-B632-E19DC6CB561F}" srcOrd="2" destOrd="0" parTransId="{39A24984-B3AC-4FCE-8F7A-CF750E39CE2A}" sibTransId="{A25581B2-CE4D-4FC8-B716-88D9F633772F}"/>
    <dgm:cxn modelId="{7801171B-9DCA-4CB1-8E80-9AF10DBFCACF}" type="presOf" srcId="{AB326ACF-DF0A-425A-A2C0-2E7767EC63AA}" destId="{C0802E7D-C959-43DD-AE49-B5936C7979E8}" srcOrd="0" destOrd="0" presId="urn:microsoft.com/office/officeart/2005/8/layout/venn1"/>
    <dgm:cxn modelId="{B4D24024-9FE5-4654-8DD4-692398D8E66E}" type="presOf" srcId="{BCDD2B4A-0C9C-4928-BA44-C43717CAA1FC}" destId="{1D37AED8-CFA7-454F-951C-F3745B007CCE}" srcOrd="0" destOrd="0" presId="urn:microsoft.com/office/officeart/2005/8/layout/venn1"/>
    <dgm:cxn modelId="{A552F035-122C-4013-8481-ECD39F45B43D}" type="presOf" srcId="{04E2444F-180C-44E3-8876-FB55880A0335}" destId="{0003FC0A-CF0F-47CE-BB9B-6282B6D99343}" srcOrd="0" destOrd="0" presId="urn:microsoft.com/office/officeart/2005/8/layout/venn1"/>
    <dgm:cxn modelId="{C57A773E-0C7C-4E5C-8891-A6E960CE9148}" type="presOf" srcId="{F45B4F63-E0EB-4CBB-8760-B37EA903BFE3}" destId="{0CC02989-4F87-4819-9E59-E300171533B0}" srcOrd="0" destOrd="0" presId="urn:microsoft.com/office/officeart/2005/8/layout/venn1"/>
    <dgm:cxn modelId="{8EDE734F-FFBB-4E96-A8CB-B24B8DD31B48}" srcId="{C56F8799-F7B1-4CB5-B9BB-1B26EF105A01}" destId="{AB326ACF-DF0A-425A-A2C0-2E7767EC63AA}" srcOrd="6" destOrd="0" parTransId="{61B0870F-B1DE-48E4-9579-F71D3B432A6F}" sibTransId="{93FB8A07-3671-4C51-B0AB-616FA91AA439}"/>
    <dgm:cxn modelId="{5C2CC358-E7C6-4270-8267-997A9F38EA1F}" srcId="{C56F8799-F7B1-4CB5-B9BB-1B26EF105A01}" destId="{CD2419DE-49E7-430D-9801-BBCECA555BF0}" srcOrd="0" destOrd="0" parTransId="{68BE3765-B007-4A29-B6DC-9150DDBBABE5}" sibTransId="{7335CE59-3BF2-44D5-ABB8-2F25F116B913}"/>
    <dgm:cxn modelId="{7956137D-ECE0-4673-B45D-DD116AB85901}" type="presOf" srcId="{C56F8799-F7B1-4CB5-B9BB-1B26EF105A01}" destId="{86FC25D8-9B2E-4C97-98FB-4313491D5DDB}" srcOrd="0" destOrd="0" presId="urn:microsoft.com/office/officeart/2005/8/layout/venn1"/>
    <dgm:cxn modelId="{906AE388-9CEE-463F-8321-55396C8A85B4}" type="presOf" srcId="{7560E0C2-6235-46A1-8759-E597A3045F36}" destId="{C00E0CF0-77C7-4F21-AF67-07319356BCCB}" srcOrd="0" destOrd="0" presId="urn:microsoft.com/office/officeart/2005/8/layout/venn1"/>
    <dgm:cxn modelId="{F069269F-4233-468D-A10D-9A74A924F749}" srcId="{C56F8799-F7B1-4CB5-B9BB-1B26EF105A01}" destId="{7560E0C2-6235-46A1-8759-E597A3045F36}" srcOrd="5" destOrd="0" parTransId="{2A48AB83-43A5-4150-B19D-D27A00207A77}" sibTransId="{01CB8B56-6AC8-4EE1-81A8-C92EFFAA42E9}"/>
    <dgm:cxn modelId="{F1D550A6-AC81-43DB-AA01-A72244FC183A}" type="presOf" srcId="{CD2419DE-49E7-430D-9801-BBCECA555BF0}" destId="{A4610699-4D98-4BD3-953B-A7288EB13FD9}" srcOrd="0" destOrd="0" presId="urn:microsoft.com/office/officeart/2005/8/layout/venn1"/>
    <dgm:cxn modelId="{FB6A10BC-7BB4-46BA-AAB9-8342FEBBFB63}" srcId="{C56F8799-F7B1-4CB5-B9BB-1B26EF105A01}" destId="{9606CB7B-F3B9-4D98-9432-66AB396D7B7E}" srcOrd="7" destOrd="0" parTransId="{6EBE7FBD-3922-4F14-91F7-58FFC0F43742}" sibTransId="{B9FD4094-7DB9-4522-B7F7-BBB465668AFD}"/>
    <dgm:cxn modelId="{157A65C1-D276-49B6-9FD0-37A91DAE5839}" type="presOf" srcId="{2C85968E-1EF1-47D5-B632-E19DC6CB561F}" destId="{9C056D7A-5A1B-4F8C-8D74-B2A6429E7AD0}" srcOrd="0" destOrd="0" presId="urn:microsoft.com/office/officeart/2005/8/layout/venn1"/>
    <dgm:cxn modelId="{59ADF9C8-AFA6-426A-A502-36A7EF3BC576}" srcId="{C56F8799-F7B1-4CB5-B9BB-1B26EF105A01}" destId="{F45B4F63-E0EB-4CBB-8760-B37EA903BFE3}" srcOrd="4" destOrd="0" parTransId="{254A473C-7AD5-4AC8-8E6E-914F39B10F2D}" sibTransId="{E3E197A6-F1AA-4084-B86A-31C9A59A262F}"/>
    <dgm:cxn modelId="{A08F6CD8-34A1-4182-A5CF-DD5B5E88296A}" srcId="{C56F8799-F7B1-4CB5-B9BB-1B26EF105A01}" destId="{04E2444F-180C-44E3-8876-FB55880A0335}" srcOrd="1" destOrd="0" parTransId="{24AD0202-F66C-492A-AA96-C3D42FFC9A2A}" sibTransId="{46AEF24F-8E86-4067-A0C1-AC4F6AD86963}"/>
    <dgm:cxn modelId="{F094CEFF-68A1-41B8-824F-4A66B15C82FE}" srcId="{C56F8799-F7B1-4CB5-B9BB-1B26EF105A01}" destId="{BCDD2B4A-0C9C-4928-BA44-C43717CAA1FC}" srcOrd="3" destOrd="0" parTransId="{858A1B0B-2B10-4F6A-A011-5CF954E9FF08}" sibTransId="{3CDB018B-5C78-4DBD-A760-E425BFB9E0FE}"/>
    <dgm:cxn modelId="{58FA9490-1086-4EA8-8657-3D3B9EF1856A}" type="presParOf" srcId="{86FC25D8-9B2E-4C97-98FB-4313491D5DDB}" destId="{E44EF517-EABA-48C5-943B-1CD326177838}" srcOrd="0" destOrd="0" presId="urn:microsoft.com/office/officeart/2005/8/layout/venn1"/>
    <dgm:cxn modelId="{ED6D07DC-1C21-45EC-9345-69A9FD678AD5}" type="presParOf" srcId="{86FC25D8-9B2E-4C97-98FB-4313491D5DDB}" destId="{A4610699-4D98-4BD3-953B-A7288EB13FD9}" srcOrd="1" destOrd="0" presId="urn:microsoft.com/office/officeart/2005/8/layout/venn1"/>
    <dgm:cxn modelId="{7C519C9E-B3E7-4F29-BC4D-D97960CEEC39}" type="presParOf" srcId="{86FC25D8-9B2E-4C97-98FB-4313491D5DDB}" destId="{3EDD6A1D-0FD9-4834-9ABA-4D03BA4355F4}" srcOrd="2" destOrd="0" presId="urn:microsoft.com/office/officeart/2005/8/layout/venn1"/>
    <dgm:cxn modelId="{E3D313E2-3646-4FE8-AD3D-8F3246CA6550}" type="presParOf" srcId="{86FC25D8-9B2E-4C97-98FB-4313491D5DDB}" destId="{0003FC0A-CF0F-47CE-BB9B-6282B6D99343}" srcOrd="3" destOrd="0" presId="urn:microsoft.com/office/officeart/2005/8/layout/venn1"/>
    <dgm:cxn modelId="{AB6169E1-8DEF-4BCE-8CB5-3CA5737402CF}" type="presParOf" srcId="{86FC25D8-9B2E-4C97-98FB-4313491D5DDB}" destId="{A5B54B06-388F-4A03-A00B-2DC2589F4817}" srcOrd="4" destOrd="0" presId="urn:microsoft.com/office/officeart/2005/8/layout/venn1"/>
    <dgm:cxn modelId="{7FE1DD37-2A64-4752-A9A8-9C1172AE5310}" type="presParOf" srcId="{86FC25D8-9B2E-4C97-98FB-4313491D5DDB}" destId="{9C056D7A-5A1B-4F8C-8D74-B2A6429E7AD0}" srcOrd="5" destOrd="0" presId="urn:microsoft.com/office/officeart/2005/8/layout/venn1"/>
    <dgm:cxn modelId="{B91E1A6F-4FC2-44F6-80E8-1B10AC1F1060}" type="presParOf" srcId="{86FC25D8-9B2E-4C97-98FB-4313491D5DDB}" destId="{E2D49AD5-1AAF-4BE6-A435-CA250F966367}" srcOrd="6" destOrd="0" presId="urn:microsoft.com/office/officeart/2005/8/layout/venn1"/>
    <dgm:cxn modelId="{BD436A06-8692-4D69-A5B3-EB4F433BE777}" type="presParOf" srcId="{86FC25D8-9B2E-4C97-98FB-4313491D5DDB}" destId="{1D37AED8-CFA7-454F-951C-F3745B007CCE}" srcOrd="7" destOrd="0" presId="urn:microsoft.com/office/officeart/2005/8/layout/venn1"/>
    <dgm:cxn modelId="{EBE1EAC4-D73D-4C93-A1A7-D96E47DD10B4}" type="presParOf" srcId="{86FC25D8-9B2E-4C97-98FB-4313491D5DDB}" destId="{2BA1E34C-8001-4738-8DB1-5730CFC1D62A}" srcOrd="8" destOrd="0" presId="urn:microsoft.com/office/officeart/2005/8/layout/venn1"/>
    <dgm:cxn modelId="{8F1812EB-F4FC-4CE6-863D-0AA285791C8F}" type="presParOf" srcId="{86FC25D8-9B2E-4C97-98FB-4313491D5DDB}" destId="{0CC02989-4F87-4819-9E59-E300171533B0}" srcOrd="9" destOrd="0" presId="urn:microsoft.com/office/officeart/2005/8/layout/venn1"/>
    <dgm:cxn modelId="{5B6EEEE4-47BC-4521-A85E-C8DE353B0CD6}" type="presParOf" srcId="{86FC25D8-9B2E-4C97-98FB-4313491D5DDB}" destId="{9783D83B-705E-4481-8205-792CD64A0605}" srcOrd="10" destOrd="0" presId="urn:microsoft.com/office/officeart/2005/8/layout/venn1"/>
    <dgm:cxn modelId="{808690AF-CDFA-4A07-A908-E745A055F2F5}" type="presParOf" srcId="{86FC25D8-9B2E-4C97-98FB-4313491D5DDB}" destId="{C00E0CF0-77C7-4F21-AF67-07319356BCCB}" srcOrd="11" destOrd="0" presId="urn:microsoft.com/office/officeart/2005/8/layout/venn1"/>
    <dgm:cxn modelId="{4500C3DE-9869-4BD2-BFBA-982FB464198B}" type="presParOf" srcId="{86FC25D8-9B2E-4C97-98FB-4313491D5DDB}" destId="{489EB2A8-AA17-49E9-83DA-E707F4BD1F2D}" srcOrd="12" destOrd="0" presId="urn:microsoft.com/office/officeart/2005/8/layout/venn1"/>
    <dgm:cxn modelId="{E9C8843E-BC11-45B4-BF34-FCF304DA7435}" type="presParOf" srcId="{86FC25D8-9B2E-4C97-98FB-4313491D5DDB}" destId="{C0802E7D-C959-43DD-AE49-B5936C7979E8}" srcOrd="13" destOrd="0" presId="urn:microsoft.com/office/officeart/2005/8/layout/venn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185EF4-E51B-43A6-B0E2-3C99373B0DA0}">
      <dsp:nvSpPr>
        <dsp:cNvPr id="0" name=""/>
        <dsp:cNvSpPr/>
      </dsp:nvSpPr>
      <dsp:spPr>
        <a:xfrm>
          <a:off x="2705100" y="0"/>
          <a:ext cx="4572000" cy="4572000"/>
        </a:xfrm>
        <a:prstGeom prst="diamond">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511FD0E-77C7-4C68-8A56-A71CB1B4371F}">
      <dsp:nvSpPr>
        <dsp:cNvPr id="0" name=""/>
        <dsp:cNvSpPr/>
      </dsp:nvSpPr>
      <dsp:spPr>
        <a:xfrm>
          <a:off x="3139440" y="434340"/>
          <a:ext cx="1783080" cy="1783080"/>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Internet and mobile networks may be unavailable </a:t>
          </a:r>
        </a:p>
      </dsp:txBody>
      <dsp:txXfrm>
        <a:off x="3226483" y="521383"/>
        <a:ext cx="1608994" cy="1608994"/>
      </dsp:txXfrm>
    </dsp:sp>
    <dsp:sp modelId="{4F8DCD8D-DECE-416E-A79C-49F409B3981D}">
      <dsp:nvSpPr>
        <dsp:cNvPr id="0" name=""/>
        <dsp:cNvSpPr/>
      </dsp:nvSpPr>
      <dsp:spPr>
        <a:xfrm>
          <a:off x="5059680" y="434340"/>
          <a:ext cx="1783080" cy="1783080"/>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Emergency requests may not reach authorities on time </a:t>
          </a:r>
        </a:p>
      </dsp:txBody>
      <dsp:txXfrm>
        <a:off x="5146723" y="521383"/>
        <a:ext cx="1608994" cy="1608994"/>
      </dsp:txXfrm>
    </dsp:sp>
    <dsp:sp modelId="{A8821980-6CFB-44A6-A98B-BD64AE88AAF1}">
      <dsp:nvSpPr>
        <dsp:cNvPr id="0" name=""/>
        <dsp:cNvSpPr/>
      </dsp:nvSpPr>
      <dsp:spPr>
        <a:xfrm>
          <a:off x="3139440" y="2354580"/>
          <a:ext cx="1783080" cy="1783080"/>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Lack of coordination between rescue teams </a:t>
          </a:r>
        </a:p>
      </dsp:txBody>
      <dsp:txXfrm>
        <a:off x="3226483" y="2441623"/>
        <a:ext cx="1608994" cy="1608994"/>
      </dsp:txXfrm>
    </dsp:sp>
    <dsp:sp modelId="{A3B4FB47-B63D-45C3-8BA4-3714BDC8ED87}">
      <dsp:nvSpPr>
        <dsp:cNvPr id="0" name=""/>
        <dsp:cNvSpPr/>
      </dsp:nvSpPr>
      <dsp:spPr>
        <a:xfrm>
          <a:off x="5059680" y="2354580"/>
          <a:ext cx="1783080" cy="1783080"/>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a:t>No unified system to manage multiple communication sources </a:t>
          </a:r>
        </a:p>
      </dsp:txBody>
      <dsp:txXfrm>
        <a:off x="5146723" y="2441623"/>
        <a:ext cx="1608994" cy="16089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B710A3-3B6B-46E7-A5E9-491B87ED0855}">
      <dsp:nvSpPr>
        <dsp:cNvPr id="0" name=""/>
        <dsp:cNvSpPr/>
      </dsp:nvSpPr>
      <dsp:spPr>
        <a:xfrm>
          <a:off x="2079133" y="1798"/>
          <a:ext cx="2339024" cy="786259"/>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b="1" i="0" kern="1200" baseline="0"/>
            <a:t>HTML, CSS, JavaScript</a:t>
          </a:r>
          <a:r>
            <a:rPr lang="en-US" sz="1400" b="0" i="0" kern="1200" baseline="0"/>
            <a:t> – Frontend development </a:t>
          </a:r>
          <a:endParaRPr lang="en-US" sz="1400" kern="1200"/>
        </a:p>
      </dsp:txBody>
      <dsp:txXfrm>
        <a:off x="2117515" y="40180"/>
        <a:ext cx="2262260" cy="709495"/>
      </dsp:txXfrm>
    </dsp:sp>
    <dsp:sp modelId="{B2051444-09F8-4082-BF7B-FEAD67465013}">
      <dsp:nvSpPr>
        <dsp:cNvPr id="0" name=""/>
        <dsp:cNvSpPr/>
      </dsp:nvSpPr>
      <dsp:spPr>
        <a:xfrm>
          <a:off x="2079133" y="827370"/>
          <a:ext cx="2339024" cy="786259"/>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b="1" i="0" kern="1200" baseline="0"/>
            <a:t>LocalStorage</a:t>
          </a:r>
          <a:r>
            <a:rPr lang="en-US" sz="1400" b="0" i="0" kern="1200" baseline="0"/>
            <a:t> – Backend storage</a:t>
          </a:r>
          <a:endParaRPr lang="en-US" sz="1400" kern="1200"/>
        </a:p>
      </dsp:txBody>
      <dsp:txXfrm>
        <a:off x="2117515" y="865752"/>
        <a:ext cx="2262260" cy="709495"/>
      </dsp:txXfrm>
    </dsp:sp>
    <dsp:sp modelId="{29DE4ADA-179D-40DC-9974-77E5E9C80630}">
      <dsp:nvSpPr>
        <dsp:cNvPr id="0" name=""/>
        <dsp:cNvSpPr/>
      </dsp:nvSpPr>
      <dsp:spPr>
        <a:xfrm>
          <a:off x="2079133" y="1652943"/>
          <a:ext cx="2339024" cy="786259"/>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b="1" i="0" kern="1200" baseline="0"/>
            <a:t>Async JavaScript</a:t>
          </a:r>
          <a:r>
            <a:rPr lang="en-US" sz="1400" b="0" i="0" kern="1200" baseline="0"/>
            <a:t> – For mesh network simulation </a:t>
          </a:r>
          <a:endParaRPr lang="en-US" sz="1400" kern="1200"/>
        </a:p>
      </dsp:txBody>
      <dsp:txXfrm>
        <a:off x="2117515" y="1691325"/>
        <a:ext cx="2262260" cy="709495"/>
      </dsp:txXfrm>
    </dsp:sp>
    <dsp:sp modelId="{7DA1779B-B43E-48B6-ABE3-64D075C79883}">
      <dsp:nvSpPr>
        <dsp:cNvPr id="0" name=""/>
        <dsp:cNvSpPr/>
      </dsp:nvSpPr>
      <dsp:spPr>
        <a:xfrm>
          <a:off x="2079133" y="2478515"/>
          <a:ext cx="2339024" cy="786259"/>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b="1" i="0" kern="1200" baseline="0"/>
            <a:t>UI/UX Design</a:t>
          </a:r>
          <a:r>
            <a:rPr lang="en-US" sz="1400" b="0" i="0" kern="1200" baseline="0"/>
            <a:t> – For interactive dashboards </a:t>
          </a:r>
          <a:endParaRPr lang="en-US" sz="1400" kern="1200"/>
        </a:p>
      </dsp:txBody>
      <dsp:txXfrm>
        <a:off x="2117515" y="2516897"/>
        <a:ext cx="2262260" cy="709495"/>
      </dsp:txXfrm>
    </dsp:sp>
    <dsp:sp modelId="{B8A413E2-B793-42AE-BCAB-08361D659868}">
      <dsp:nvSpPr>
        <dsp:cNvPr id="0" name=""/>
        <dsp:cNvSpPr/>
      </dsp:nvSpPr>
      <dsp:spPr>
        <a:xfrm>
          <a:off x="2079133" y="3304088"/>
          <a:ext cx="2339024" cy="786259"/>
        </a:xfrm>
        <a:prstGeom prst="round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b="1" i="0" kern="1200" baseline="0"/>
            <a:t>Browser Environment</a:t>
          </a:r>
          <a:r>
            <a:rPr lang="en-US" sz="1400" b="0" i="0" kern="1200" baseline="0"/>
            <a:t> – Node</a:t>
          </a:r>
          <a:r>
            <a:rPr lang="en-US" sz="1400" kern="1200"/>
            <a:t>.js : </a:t>
          </a:r>
          <a:r>
            <a:rPr lang="en-US" sz="1400" b="0" i="0" kern="1200" baseline="0"/>
            <a:t>For system integration  </a:t>
          </a:r>
          <a:endParaRPr lang="en-US" sz="1400" kern="1200"/>
        </a:p>
      </dsp:txBody>
      <dsp:txXfrm>
        <a:off x="2117515" y="3342470"/>
        <a:ext cx="2262260" cy="7094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6912E7-AB07-43AE-90E8-8024311C8CE5}">
      <dsp:nvSpPr>
        <dsp:cNvPr id="0" name=""/>
        <dsp:cNvSpPr/>
      </dsp:nvSpPr>
      <dsp:spPr>
        <a:xfrm rot="16200000">
          <a:off x="1352550" y="-1352550"/>
          <a:ext cx="2286000" cy="4991100"/>
        </a:xfrm>
        <a:prstGeom prst="round1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dirty="0"/>
            <a:t>SMS Dashboard</a:t>
          </a:r>
          <a:endParaRPr lang="en-US" sz="2000" kern="1200" dirty="0"/>
        </a:p>
        <a:p>
          <a:pPr marL="0" lvl="0" indent="0" algn="ctr" defTabSz="889000">
            <a:lnSpc>
              <a:spcPct val="90000"/>
            </a:lnSpc>
            <a:spcBef>
              <a:spcPct val="0"/>
            </a:spcBef>
            <a:spcAft>
              <a:spcPct val="35000"/>
            </a:spcAft>
            <a:buFont typeface="Wingdings" panose="05000000000000000000" pitchFamily="2" charset="2"/>
            <a:buNone/>
          </a:pPr>
          <a:r>
            <a:rPr lang="en-US" sz="1600" kern="1200" dirty="0"/>
            <a:t>1. User sends a message (e.g., “HELP MEDICAL”).</a:t>
          </a:r>
        </a:p>
        <a:p>
          <a:pPr marL="0" lvl="0" indent="0" algn="ctr" defTabSz="889000">
            <a:lnSpc>
              <a:spcPct val="90000"/>
            </a:lnSpc>
            <a:spcBef>
              <a:spcPct val="0"/>
            </a:spcBef>
            <a:spcAft>
              <a:spcPct val="35000"/>
            </a:spcAft>
            <a:buFont typeface="Wingdings" panose="05000000000000000000" pitchFamily="2" charset="2"/>
            <a:buNone/>
          </a:pPr>
          <a:r>
            <a:rPr lang="en-US" sz="1600" kern="1200" dirty="0"/>
            <a:t>2. System detects keywords and assigns a team </a:t>
          </a:r>
        </a:p>
        <a:p>
          <a:pPr marL="0" lvl="0" indent="0" algn="ctr" defTabSz="889000">
            <a:lnSpc>
              <a:spcPct val="90000"/>
            </a:lnSpc>
            <a:spcBef>
              <a:spcPct val="0"/>
            </a:spcBef>
            <a:spcAft>
              <a:spcPct val="35000"/>
            </a:spcAft>
            <a:buFont typeface="Wingdings" panose="05000000000000000000" pitchFamily="2" charset="2"/>
            <a:buNone/>
          </a:pPr>
          <a:r>
            <a:rPr lang="en-US" sz="1600" kern="1200" dirty="0"/>
            <a:t>3. Request is stored and displayed instantly</a:t>
          </a:r>
        </a:p>
      </dsp:txBody>
      <dsp:txXfrm rot="5400000">
        <a:off x="0" y="0"/>
        <a:ext cx="4991100" cy="1714500"/>
      </dsp:txXfrm>
    </dsp:sp>
    <dsp:sp modelId="{022611C9-9E70-47C9-A6D1-9FFFB3724E91}">
      <dsp:nvSpPr>
        <dsp:cNvPr id="0" name=""/>
        <dsp:cNvSpPr/>
      </dsp:nvSpPr>
      <dsp:spPr>
        <a:xfrm>
          <a:off x="4991100" y="0"/>
          <a:ext cx="4991100" cy="2286000"/>
        </a:xfrm>
        <a:prstGeom prst="round1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dirty="0"/>
            <a:t>Mesh Network Simulator</a:t>
          </a:r>
          <a:endParaRPr lang="en-US" sz="2000" kern="1200" dirty="0"/>
        </a:p>
        <a:p>
          <a:pPr marL="0" lvl="0" indent="0" algn="ctr" defTabSz="889000">
            <a:lnSpc>
              <a:spcPct val="90000"/>
            </a:lnSpc>
            <a:spcBef>
              <a:spcPct val="0"/>
            </a:spcBef>
            <a:spcAft>
              <a:spcPct val="35000"/>
            </a:spcAft>
            <a:buFont typeface="Arial" panose="020B0604020202020204" pitchFamily="34" charset="0"/>
            <a:buNone/>
          </a:pPr>
          <a:r>
            <a:rPr lang="en-US" sz="1600" kern="1200" dirty="0"/>
            <a:t>1. Message travels through nodes step-by-step </a:t>
          </a:r>
        </a:p>
        <a:p>
          <a:pPr marL="0" lvl="0" indent="0" algn="ctr" defTabSz="889000">
            <a:lnSpc>
              <a:spcPct val="90000"/>
            </a:lnSpc>
            <a:spcBef>
              <a:spcPct val="0"/>
            </a:spcBef>
            <a:spcAft>
              <a:spcPct val="35000"/>
            </a:spcAft>
            <a:buFont typeface="Arial" panose="020B0604020202020204" pitchFamily="34" charset="0"/>
            <a:buNone/>
          </a:pPr>
          <a:r>
            <a:rPr lang="en-US" sz="1600" kern="1200" dirty="0"/>
            <a:t>2. Visual animations show data movement </a:t>
          </a:r>
        </a:p>
        <a:p>
          <a:pPr marL="0" lvl="0" indent="0" algn="ctr" defTabSz="889000">
            <a:lnSpc>
              <a:spcPct val="90000"/>
            </a:lnSpc>
            <a:spcBef>
              <a:spcPct val="0"/>
            </a:spcBef>
            <a:spcAft>
              <a:spcPct val="35000"/>
            </a:spcAft>
            <a:buFont typeface="Arial" panose="020B0604020202020204" pitchFamily="34" charset="0"/>
            <a:buNone/>
          </a:pPr>
          <a:r>
            <a:rPr lang="en-US" sz="1600" kern="1200" dirty="0"/>
            <a:t>3. Final responder receives and processes the request.</a:t>
          </a:r>
        </a:p>
      </dsp:txBody>
      <dsp:txXfrm>
        <a:off x="4991100" y="0"/>
        <a:ext cx="4991100" cy="1714500"/>
      </dsp:txXfrm>
    </dsp:sp>
    <dsp:sp modelId="{232E26EA-FC39-4B46-95AD-2B4553637D88}">
      <dsp:nvSpPr>
        <dsp:cNvPr id="0" name=""/>
        <dsp:cNvSpPr/>
      </dsp:nvSpPr>
      <dsp:spPr>
        <a:xfrm rot="10800000">
          <a:off x="0" y="2286000"/>
          <a:ext cx="4991100" cy="2286000"/>
        </a:xfrm>
        <a:prstGeom prst="round1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Font typeface="Arial" panose="020B0604020202020204" pitchFamily="34" charset="0"/>
            <a:buNone/>
          </a:pPr>
          <a:r>
            <a:rPr lang="en-US" sz="2000" b="1" kern="1200" dirty="0"/>
            <a:t>Beacon Portal</a:t>
          </a:r>
          <a:endParaRPr lang="en-US" sz="2000" kern="1200" dirty="0"/>
        </a:p>
        <a:p>
          <a:pPr marL="0" lvl="0" indent="0" algn="ctr" defTabSz="889000">
            <a:lnSpc>
              <a:spcPct val="90000"/>
            </a:lnSpc>
            <a:spcBef>
              <a:spcPct val="0"/>
            </a:spcBef>
            <a:spcAft>
              <a:spcPct val="35000"/>
            </a:spcAft>
            <a:buFont typeface="Arial" panose="020B0604020202020204" pitchFamily="34" charset="0"/>
            <a:buNone/>
          </a:pPr>
          <a:r>
            <a:rPr lang="en-US" sz="1600" kern="1200" dirty="0"/>
            <a:t>1. User connects to a local zone </a:t>
          </a:r>
        </a:p>
        <a:p>
          <a:pPr marL="0" lvl="0" indent="0" algn="ctr" defTabSz="889000">
            <a:lnSpc>
              <a:spcPct val="90000"/>
            </a:lnSpc>
            <a:spcBef>
              <a:spcPct val="0"/>
            </a:spcBef>
            <a:spcAft>
              <a:spcPct val="35000"/>
            </a:spcAft>
            <a:buFont typeface="Arial" panose="020B0604020202020204" pitchFamily="34" charset="0"/>
            <a:buNone/>
          </a:pPr>
          <a:r>
            <a:rPr lang="en-US" sz="1600" kern="1200" dirty="0"/>
            <a:t>2. Fills structured form </a:t>
          </a:r>
        </a:p>
        <a:p>
          <a:pPr marL="0" lvl="0" indent="0" algn="ctr" defTabSz="889000">
            <a:lnSpc>
              <a:spcPct val="90000"/>
            </a:lnSpc>
            <a:spcBef>
              <a:spcPct val="0"/>
            </a:spcBef>
            <a:spcAft>
              <a:spcPct val="35000"/>
            </a:spcAft>
            <a:buFont typeface="Arial" panose="020B0604020202020204" pitchFamily="34" charset="0"/>
            <a:buNone/>
          </a:pPr>
          <a:r>
            <a:rPr lang="en-US" sz="1600" kern="1200" dirty="0"/>
            <a:t>3. Request is directly mapped to a team</a:t>
          </a:r>
        </a:p>
      </dsp:txBody>
      <dsp:txXfrm rot="10800000">
        <a:off x="0" y="2857500"/>
        <a:ext cx="4991100" cy="1714500"/>
      </dsp:txXfrm>
    </dsp:sp>
    <dsp:sp modelId="{4A55ECA8-F13A-4EFF-BB41-41A7E9BE7969}">
      <dsp:nvSpPr>
        <dsp:cNvPr id="0" name=""/>
        <dsp:cNvSpPr/>
      </dsp:nvSpPr>
      <dsp:spPr>
        <a:xfrm rot="5400000">
          <a:off x="6343650" y="933449"/>
          <a:ext cx="2286000" cy="4991100"/>
        </a:xfrm>
        <a:prstGeom prst="round1Rect">
          <a:avLst/>
        </a:prstGeom>
        <a:solidFill>
          <a:schemeClr val="accent1">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dirty="0"/>
            <a:t>Unified Dashboard</a:t>
          </a:r>
          <a:endParaRPr lang="en-US" sz="2000" kern="1200" dirty="0"/>
        </a:p>
        <a:p>
          <a:pPr marL="0" lvl="0" indent="0" algn="ctr" defTabSz="889000">
            <a:lnSpc>
              <a:spcPct val="90000"/>
            </a:lnSpc>
            <a:spcBef>
              <a:spcPct val="0"/>
            </a:spcBef>
            <a:spcAft>
              <a:spcPct val="35000"/>
            </a:spcAft>
            <a:buFont typeface="Arial" panose="020B0604020202020204" pitchFamily="34" charset="0"/>
            <a:buNone/>
          </a:pPr>
          <a:r>
            <a:rPr lang="en-US" sz="1600" kern="1200" dirty="0"/>
            <a:t>1. Collects data from all modules </a:t>
          </a:r>
        </a:p>
        <a:p>
          <a:pPr marL="0" lvl="0" indent="0" algn="ctr" defTabSz="889000">
            <a:lnSpc>
              <a:spcPct val="90000"/>
            </a:lnSpc>
            <a:spcBef>
              <a:spcPct val="0"/>
            </a:spcBef>
            <a:spcAft>
              <a:spcPct val="35000"/>
            </a:spcAft>
            <a:buFont typeface="Arial" panose="020B0604020202020204" pitchFamily="34" charset="0"/>
            <a:buNone/>
          </a:pPr>
          <a:r>
            <a:rPr lang="en-US" sz="1600" kern="1200" dirty="0"/>
            <a:t>2. Normalizes and displays requests </a:t>
          </a:r>
        </a:p>
        <a:p>
          <a:pPr marL="0" lvl="0" indent="0" algn="ctr" defTabSz="889000">
            <a:lnSpc>
              <a:spcPct val="90000"/>
            </a:lnSpc>
            <a:spcBef>
              <a:spcPct val="0"/>
            </a:spcBef>
            <a:spcAft>
              <a:spcPct val="35000"/>
            </a:spcAft>
            <a:buFont typeface="Arial" panose="020B0604020202020204" pitchFamily="34" charset="0"/>
            <a:buNone/>
          </a:pPr>
          <a:r>
            <a:rPr lang="en-US" sz="1600" kern="1200" dirty="0"/>
            <a:t>3.Provides filtering, search, and status tracking</a:t>
          </a:r>
        </a:p>
      </dsp:txBody>
      <dsp:txXfrm rot="-5400000">
        <a:off x="4991100" y="2857499"/>
        <a:ext cx="4991100" cy="1714500"/>
      </dsp:txXfrm>
    </dsp:sp>
    <dsp:sp modelId="{BA69AD12-4104-4B27-AA6B-AA0AEA83285B}">
      <dsp:nvSpPr>
        <dsp:cNvPr id="0" name=""/>
        <dsp:cNvSpPr/>
      </dsp:nvSpPr>
      <dsp:spPr>
        <a:xfrm>
          <a:off x="3493770" y="1714500"/>
          <a:ext cx="2994660" cy="1143000"/>
        </a:xfrm>
        <a:prstGeom prst="roundRect">
          <a:avLst/>
        </a:prstGeom>
        <a:solidFill>
          <a:schemeClr val="accent1">
            <a:tint val="60000"/>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WORKING</a:t>
          </a:r>
        </a:p>
      </dsp:txBody>
      <dsp:txXfrm>
        <a:off x="3549567" y="1770297"/>
        <a:ext cx="2883066" cy="103140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4EF517-EABA-48C5-943B-1CD326177838}">
      <dsp:nvSpPr>
        <dsp:cNvPr id="0" name=""/>
        <dsp:cNvSpPr/>
      </dsp:nvSpPr>
      <dsp:spPr>
        <a:xfrm>
          <a:off x="2642502" y="1354861"/>
          <a:ext cx="1668949" cy="1669153"/>
        </a:xfrm>
        <a:prstGeom prst="ellipse">
          <a:avLst/>
        </a:prstGeom>
        <a:solidFill>
          <a:schemeClr val="accent1">
            <a:alpha val="50000"/>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A4610699-4D98-4BD3-953B-A7288EB13FD9}">
      <dsp:nvSpPr>
        <dsp:cNvPr id="0" name=""/>
        <dsp:cNvSpPr/>
      </dsp:nvSpPr>
      <dsp:spPr>
        <a:xfrm>
          <a:off x="2520808" y="52082"/>
          <a:ext cx="1912337" cy="102339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US" sz="1800" kern="1200"/>
        </a:p>
      </dsp:txBody>
      <dsp:txXfrm>
        <a:off x="2520808" y="52082"/>
        <a:ext cx="1912337" cy="1023392"/>
      </dsp:txXfrm>
    </dsp:sp>
    <dsp:sp modelId="{3EDD6A1D-0FD9-4834-9ABA-4D03BA4355F4}">
      <dsp:nvSpPr>
        <dsp:cNvPr id="0" name=""/>
        <dsp:cNvSpPr/>
      </dsp:nvSpPr>
      <dsp:spPr>
        <a:xfrm>
          <a:off x="3132061" y="1590242"/>
          <a:ext cx="1668949" cy="1669153"/>
        </a:xfrm>
        <a:prstGeom prst="ellipse">
          <a:avLst/>
        </a:prstGeom>
        <a:solidFill>
          <a:schemeClr val="accent1">
            <a:alpha val="50000"/>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0003FC0A-CF0F-47CE-BB9B-6282B6D99343}">
      <dsp:nvSpPr>
        <dsp:cNvPr id="0" name=""/>
        <dsp:cNvSpPr/>
      </dsp:nvSpPr>
      <dsp:spPr>
        <a:xfrm>
          <a:off x="5006847" y="1024305"/>
          <a:ext cx="1808028" cy="112573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i="0" kern="1200" baseline="0"/>
            <a:t>Works completely offline </a:t>
          </a:r>
          <a:endParaRPr lang="en-US" sz="1800" kern="1200"/>
        </a:p>
      </dsp:txBody>
      <dsp:txXfrm>
        <a:off x="5006847" y="1024305"/>
        <a:ext cx="1808028" cy="1125732"/>
      </dsp:txXfrm>
    </dsp:sp>
    <dsp:sp modelId="{A5B54B06-388F-4A03-A00B-2DC2589F4817}">
      <dsp:nvSpPr>
        <dsp:cNvPr id="0" name=""/>
        <dsp:cNvSpPr/>
      </dsp:nvSpPr>
      <dsp:spPr>
        <a:xfrm>
          <a:off x="3252364" y="2119848"/>
          <a:ext cx="1668949" cy="1669153"/>
        </a:xfrm>
        <a:prstGeom prst="ellipse">
          <a:avLst/>
        </a:prstGeom>
        <a:solidFill>
          <a:schemeClr val="accent1">
            <a:alpha val="50000"/>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9C056D7A-5A1B-4F8C-8D74-B2A6429E7AD0}">
      <dsp:nvSpPr>
        <dsp:cNvPr id="0" name=""/>
        <dsp:cNvSpPr/>
      </dsp:nvSpPr>
      <dsp:spPr>
        <a:xfrm>
          <a:off x="5180696" y="2457056"/>
          <a:ext cx="1773258" cy="120248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i="0" kern="1200" baseline="0"/>
            <a:t>Supports multiple communication channels </a:t>
          </a:r>
          <a:endParaRPr lang="en-US" sz="1800" kern="1200"/>
        </a:p>
      </dsp:txBody>
      <dsp:txXfrm>
        <a:off x="5180696" y="2457056"/>
        <a:ext cx="1773258" cy="1202486"/>
      </dsp:txXfrm>
    </dsp:sp>
    <dsp:sp modelId="{E2D49AD5-1AAF-4BE6-A435-CA250F966367}">
      <dsp:nvSpPr>
        <dsp:cNvPr id="0" name=""/>
        <dsp:cNvSpPr/>
      </dsp:nvSpPr>
      <dsp:spPr>
        <a:xfrm>
          <a:off x="2913707" y="2544556"/>
          <a:ext cx="1668949" cy="1669153"/>
        </a:xfrm>
        <a:prstGeom prst="ellipse">
          <a:avLst/>
        </a:prstGeom>
        <a:solidFill>
          <a:schemeClr val="accent1">
            <a:alpha val="50000"/>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1D37AED8-CFA7-454F-951C-F3745B007CCE}">
      <dsp:nvSpPr>
        <dsp:cNvPr id="0" name=""/>
        <dsp:cNvSpPr/>
      </dsp:nvSpPr>
      <dsp:spPr>
        <a:xfrm>
          <a:off x="4415761" y="4068899"/>
          <a:ext cx="1912337" cy="110014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i="0" kern="1200" baseline="0"/>
            <a:t>Automatic team assignment </a:t>
          </a:r>
          <a:endParaRPr lang="en-US" sz="1800" kern="1200"/>
        </a:p>
      </dsp:txBody>
      <dsp:txXfrm>
        <a:off x="4415761" y="4068899"/>
        <a:ext cx="1912337" cy="1100147"/>
      </dsp:txXfrm>
    </dsp:sp>
    <dsp:sp modelId="{2BA1E34C-8001-4738-8DB1-5730CFC1D62A}">
      <dsp:nvSpPr>
        <dsp:cNvPr id="0" name=""/>
        <dsp:cNvSpPr/>
      </dsp:nvSpPr>
      <dsp:spPr>
        <a:xfrm>
          <a:off x="2371298" y="2544556"/>
          <a:ext cx="1668949" cy="1669153"/>
        </a:xfrm>
        <a:prstGeom prst="ellipse">
          <a:avLst/>
        </a:prstGeom>
        <a:solidFill>
          <a:schemeClr val="accent1">
            <a:alpha val="50000"/>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0CC02989-4F87-4819-9E59-E300171533B0}">
      <dsp:nvSpPr>
        <dsp:cNvPr id="0" name=""/>
        <dsp:cNvSpPr/>
      </dsp:nvSpPr>
      <dsp:spPr>
        <a:xfrm>
          <a:off x="625855" y="4068899"/>
          <a:ext cx="1912337" cy="1100147"/>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i="0" kern="1200" baseline="0"/>
            <a:t>Real-time data synchronization </a:t>
          </a:r>
          <a:endParaRPr lang="en-US" sz="1800" kern="1200"/>
        </a:p>
      </dsp:txBody>
      <dsp:txXfrm>
        <a:off x="625855" y="4068899"/>
        <a:ext cx="1912337" cy="1100147"/>
      </dsp:txXfrm>
    </dsp:sp>
    <dsp:sp modelId="{9783D83B-705E-4481-8205-792CD64A0605}">
      <dsp:nvSpPr>
        <dsp:cNvPr id="0" name=""/>
        <dsp:cNvSpPr/>
      </dsp:nvSpPr>
      <dsp:spPr>
        <a:xfrm>
          <a:off x="2032641" y="2119848"/>
          <a:ext cx="1668949" cy="1669153"/>
        </a:xfrm>
        <a:prstGeom prst="ellipse">
          <a:avLst/>
        </a:prstGeom>
        <a:solidFill>
          <a:schemeClr val="accent1">
            <a:alpha val="50000"/>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C00E0CF0-77C7-4F21-AF67-07319356BCCB}">
      <dsp:nvSpPr>
        <dsp:cNvPr id="0" name=""/>
        <dsp:cNvSpPr/>
      </dsp:nvSpPr>
      <dsp:spPr>
        <a:xfrm>
          <a:off x="0" y="2457056"/>
          <a:ext cx="1773258" cy="1202486"/>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i="0" kern="1200" baseline="0"/>
            <a:t>Easy-to-use interface </a:t>
          </a:r>
          <a:endParaRPr lang="en-US" sz="1800" kern="1200"/>
        </a:p>
      </dsp:txBody>
      <dsp:txXfrm>
        <a:off x="0" y="2457056"/>
        <a:ext cx="1773258" cy="1202486"/>
      </dsp:txXfrm>
    </dsp:sp>
    <dsp:sp modelId="{489EB2A8-AA17-49E9-83DA-E707F4BD1F2D}">
      <dsp:nvSpPr>
        <dsp:cNvPr id="0" name=""/>
        <dsp:cNvSpPr/>
      </dsp:nvSpPr>
      <dsp:spPr>
        <a:xfrm>
          <a:off x="2152944" y="1590242"/>
          <a:ext cx="1668949" cy="1669153"/>
        </a:xfrm>
        <a:prstGeom prst="ellipse">
          <a:avLst/>
        </a:prstGeom>
        <a:solidFill>
          <a:schemeClr val="accent1">
            <a:alpha val="50000"/>
            <a:hueOff val="0"/>
            <a:satOff val="0"/>
            <a:lumOff val="0"/>
            <a:alphaOff val="0"/>
          </a:schemeClr>
        </a:solidFill>
        <a:ln w="48000" cap="flat" cmpd="thickThin"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C0802E7D-C959-43DD-AE49-B5936C7979E8}">
      <dsp:nvSpPr>
        <dsp:cNvPr id="0" name=""/>
        <dsp:cNvSpPr/>
      </dsp:nvSpPr>
      <dsp:spPr>
        <a:xfrm>
          <a:off x="139079" y="1024305"/>
          <a:ext cx="1808028" cy="1125732"/>
        </a:xfrm>
        <a:prstGeom prst="rect">
          <a:avLst/>
        </a:prstGeom>
        <a:noFill/>
        <a:ln>
          <a:noFill/>
        </a:ln>
        <a:effectLst/>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i="0" kern="1200" baseline="0"/>
            <a:t>Improves response time and coordination </a:t>
          </a:r>
          <a:endParaRPr lang="en-US" sz="1800" kern="1200"/>
        </a:p>
      </dsp:txBody>
      <dsp:txXfrm>
        <a:off x="139079" y="1024305"/>
        <a:ext cx="1808028" cy="1125732"/>
      </dsp:txXfrm>
    </dsp:sp>
  </dsp:spTree>
</dsp:drawing>
</file>

<file path=ppt/diagrams/layout1.xml><?xml version="1.0" encoding="utf-8"?>
<dgm:layoutDef xmlns:dgm="http://schemas.openxmlformats.org/drawingml/2006/diagram" xmlns:a="http://schemas.openxmlformats.org/drawingml/2006/main" uniqueId="urn:microsoft.com/office/officeart/2005/8/layout/matrix3">
  <dgm:title val=""/>
  <dgm:desc val=""/>
  <dgm:catLst>
    <dgm:cat type="matrix" pri="1000"/>
    <dgm:cat type="convert" pri="18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0" destOrd="0"/>
        <dgm:cxn modelId="8" srcId="0" destId="4" srcOrd="1" destOrd="0"/>
      </dgm:cxnLst>
      <dgm:bg/>
      <dgm:whole/>
    </dgm:dataModel>
  </dgm:sampData>
  <dgm:styleData useDef="1">
    <dgm:dataModel>
      <dgm:ptLst/>
      <dgm:bg/>
      <dgm:whole/>
    </dgm:dataModel>
  </dgm:styleData>
  <dgm:clrData useDef="1">
    <dgm:dataModel>
      <dgm:ptLst/>
      <dgm:bg/>
      <dgm:whole/>
    </dgm:dataModel>
  </dgm:clrData>
  <dgm:layoutNode name="matrix">
    <dgm:varLst>
      <dgm:chMax val="1"/>
      <dgm:dir/>
      <dgm:resizeHandles val="exact"/>
    </dgm:varLst>
    <dgm:alg type="composite">
      <dgm:param type="ar" val="1"/>
    </dgm:alg>
    <dgm:shape xmlns:r="http://schemas.openxmlformats.org/officeDocument/2006/relationships" r:blip="">
      <dgm:adjLst/>
    </dgm:shape>
    <dgm:presOf/>
    <dgm:choose name="Name0">
      <dgm:if name="Name1" func="var" arg="dir" op="equ" val="norm">
        <dgm:constrLst>
          <dgm:constr type="w" for="ch" forName="diamond" refType="w"/>
          <dgm:constr type="h" for="ch" forName="diamond" refType="h"/>
          <dgm:constr type="w" for="ch" forName="quad1" refType="w" fact="0.39"/>
          <dgm:constr type="h" for="ch" forName="quad1" refType="h" fact="0.39"/>
          <dgm:constr type="ctrX" for="ch" forName="quad1" refType="w" fact="0.29"/>
          <dgm:constr type="ctrY" for="ch" forName="quad1" refType="h" fact="0.29"/>
          <dgm:constr type="w" for="ch" forName="quad2" refType="w" fact="0.39"/>
          <dgm:constr type="h" for="ch" forName="quad2" refType="h" fact="0.39"/>
          <dgm:constr type="ctrX" for="ch" forName="quad2" refType="w" fact="0.71"/>
          <dgm:constr type="ctrY" for="ch" forName="quad2" refType="h" fact="0.29"/>
          <dgm:constr type="w" for="ch" forName="quad3" refType="w" fact="0.39"/>
          <dgm:constr type="h" for="ch" forName="quad3" refType="h" fact="0.39"/>
          <dgm:constr type="ctrX" for="ch" forName="quad3" refType="w" fact="0.29"/>
          <dgm:constr type="ctrY" for="ch" forName="quad3" refType="h" fact="0.71"/>
          <dgm:constr type="w" for="ch" forName="quad4" refType="w" fact="0.39"/>
          <dgm:constr type="h" for="ch" forName="quad4" refType="h" fact="0.39"/>
          <dgm:constr type="ctrX" for="ch" forName="quad4" refType="w" fact="0.71"/>
          <dgm:constr type="ctrY" for="ch" forName="quad4" refType="h" fact="0.71"/>
          <dgm:constr type="primFontSz" for="des" ptType="node" op="equ" val="65"/>
        </dgm:constrLst>
      </dgm:if>
      <dgm:else name="Name2">
        <dgm:constrLst>
          <dgm:constr type="w" for="ch" forName="diamond" refType="w"/>
          <dgm:constr type="h" for="ch" forName="diamond" refType="h"/>
          <dgm:constr type="w" for="ch" forName="quad1" refType="w" fact="0.39"/>
          <dgm:constr type="h" for="ch" forName="quad1" refType="h" fact="0.39"/>
          <dgm:constr type="ctrX" for="ch" forName="quad1" refType="w" fact="0.71"/>
          <dgm:constr type="ctrY" for="ch" forName="quad1" refType="h" fact="0.29"/>
          <dgm:constr type="w" for="ch" forName="quad2" refType="w" fact="0.39"/>
          <dgm:constr type="h" for="ch" forName="quad2" refType="h" fact="0.39"/>
          <dgm:constr type="ctrX" for="ch" forName="quad2" refType="w" fact="0.29"/>
          <dgm:constr type="ctrY" for="ch" forName="quad2" refType="h" fact="0.29"/>
          <dgm:constr type="w" for="ch" forName="quad3" refType="w" fact="0.39"/>
          <dgm:constr type="h" for="ch" forName="quad3" refType="h" fact="0.39"/>
          <dgm:constr type="ctrX" for="ch" forName="quad3" refType="w" fact="0.71"/>
          <dgm:constr type="ctrY" for="ch" forName="quad3" refType="h" fact="0.71"/>
          <dgm:constr type="w" for="ch" forName="quad4" refType="w" fact="0.39"/>
          <dgm:constr type="h" for="ch" forName="quad4" refType="h" fact="0.39"/>
          <dgm:constr type="ctrX" for="ch" forName="quad4" refType="w" fact="0.29"/>
          <dgm:constr type="ctrY" for="ch" forName="quad4" refType="h" fact="0.71"/>
          <dgm:constr type="primFontSz" for="des" ptType="node" op="equ" val="65"/>
        </dgm:constrLst>
      </dgm:else>
    </dgm:choose>
    <dgm:ruleLst/>
    <dgm:choose name="Name3">
      <dgm:if name="Name4" axis="ch" ptType="node" func="cnt" op="gte" val="1">
        <dgm:layoutNode name="diamond" styleLbl="bgShp">
          <dgm:alg type="sp"/>
          <dgm:shape xmlns:r="http://schemas.openxmlformats.org/officeDocument/2006/relationships" type="diamond" r:blip="">
            <dgm:adjLst/>
          </dgm:shape>
          <dgm:presOf/>
          <dgm:constrLst>
            <dgm:constr type="w" refType="h" op="equ"/>
          </dgm:constrLst>
          <dgm:ruleLst/>
        </dgm:layoutNode>
        <dgm:layoutNode name="quad1">
          <dgm:varLst>
            <dgm:chMax val="0"/>
            <dgm:chPref val="0"/>
            <dgm:bulletEnabled val="1"/>
          </dgm:varLst>
          <dgm:alg type="tx"/>
          <dgm:shape xmlns:r="http://schemas.openxmlformats.org/officeDocument/2006/relationships" type="roundRect" r:blip="">
            <dgm:adjLst/>
          </dgm:shape>
          <dgm:presOf axis="ch desOrSelf" ptType="node node" st="1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2">
          <dgm:varLst>
            <dgm:chMax val="0"/>
            <dgm:chPref val="0"/>
            <dgm:bulletEnabled val="1"/>
          </dgm:varLst>
          <dgm:alg type="tx"/>
          <dgm:shape xmlns:r="http://schemas.openxmlformats.org/officeDocument/2006/relationships" type="roundRect" r:blip="">
            <dgm:adjLst/>
          </dgm:shape>
          <dgm:presOf axis="ch desOrSelf" ptType="node node" st="2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3">
          <dgm:varLst>
            <dgm:chMax val="0"/>
            <dgm:chPref val="0"/>
            <dgm:bulletEnabled val="1"/>
          </dgm:varLst>
          <dgm:alg type="tx"/>
          <dgm:shape xmlns:r="http://schemas.openxmlformats.org/officeDocument/2006/relationships" type="roundRect" r:blip="">
            <dgm:adjLst/>
          </dgm:shape>
          <dgm:presOf axis="ch desOrSelf" ptType="node node" st="3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quad4">
          <dgm:varLst>
            <dgm:chMax val="0"/>
            <dgm:chPref val="0"/>
            <dgm:bulletEnabled val="1"/>
          </dgm:varLst>
          <dgm:alg type="tx"/>
          <dgm:shape xmlns:r="http://schemas.openxmlformats.org/officeDocument/2006/relationships" type="roundRect" r:blip="">
            <dgm:adjLst/>
          </dgm:shape>
          <dgm:presOf axis="ch desOrSelf" ptType="node node" st="4 1" cnt="1 0"/>
          <dgm:constrLst>
            <dgm:constr type="w" refType="h" op="equ"/>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layout4.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4/27/2026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4/27/2026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0615026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1" name="Picture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4" name="Date Placeholder 3"/>
          <p:cNvSpPr>
            <a:spLocks noGrp="1"/>
          </p:cNvSpPr>
          <p:nvPr>
            <p:ph type="dt" sz="half" idx="10"/>
          </p:nvPr>
        </p:nvSpPr>
        <p:spPr/>
        <p:txBody>
          <a:bodyPr/>
          <a:lstStyle>
            <a:lvl1pPr>
              <a:defRPr baseline="0">
                <a:solidFill>
                  <a:schemeClr val="tx1">
                    <a:lumMod val="20000"/>
                    <a:lumOff val="80000"/>
                  </a:schemeClr>
                </a:solidFill>
              </a:defRPr>
            </a:lvl1pPr>
          </a:lstStyle>
          <a:p>
            <a:fld id="{402B9795-92DC-40DC-A1CA-9A4B349D7824}" type="datetimeFigureOut">
              <a:rPr lang="en-US" smtClean="0"/>
              <a:pPr/>
              <a:t>4/27/2026</a:t>
            </a:fld>
            <a:endParaRPr lang="en-US" dirty="0"/>
          </a:p>
        </p:txBody>
      </p:sp>
      <p:sp>
        <p:nvSpPr>
          <p:cNvPr id="5" name="Footer Placeholder 4"/>
          <p:cNvSpPr>
            <a:spLocks noGrp="1"/>
          </p:cNvSpPr>
          <p:nvPr>
            <p:ph type="ftr" sz="quarter" idx="11"/>
          </p:nvPr>
        </p:nvSpPr>
        <p:spPr/>
        <p:txBody>
          <a:bodyPr/>
          <a:lstStyle>
            <a:lvl1pPr>
              <a:defRPr baseline="0">
                <a:solidFill>
                  <a:schemeClr val="tx1">
                    <a:lumMod val="20000"/>
                    <a:lumOff val="80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baseline="0">
                <a:solidFill>
                  <a:schemeClr val="tx1">
                    <a:lumMod val="20000"/>
                    <a:lumOff val="80000"/>
                  </a:schemeClr>
                </a:solidFill>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4/27/2026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7" name="Picture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a:t>4/27/2026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4/27/2026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fld id="{402B9795-92DC-40DC-A1CA-9A4B349D7824}" type="datetimeFigureOut">
              <a:rPr lang="en-US"/>
              <a:t>4/27/2026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402B9795-92DC-40DC-A1CA-9A4B349D7824}" type="datetimeFigureOut">
              <a:rPr lang="en-US"/>
              <a:t>4/27/2026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a:t>4/27/2026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fld id="{402B9795-92DC-40DC-A1CA-9A4B349D7824}" type="datetimeFigureOut">
              <a:rPr lang="en-US"/>
              <a:t>4/27/2026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rPr lang="en-US"/>
              <a:t>Click to edit Master title style</a:t>
            </a:r>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descr="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402B9795-92DC-40DC-A1CA-9A4B349D7824}" type="datetimeFigureOut">
              <a:rPr lang="en-US"/>
              <a:t>4/27/2026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4/27/2026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402B9795-92DC-40DC-A1CA-9A4B349D7824}" type="datetimeFigureOut">
              <a:rPr lang="en-US"/>
              <a:t>4/27/2026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baseline="0">
                <a:solidFill>
                  <a:schemeClr val="tx1">
                    <a:lumMod val="75000"/>
                  </a:schemeClr>
                </a:solidFill>
              </a:defRPr>
            </a:lvl1pPr>
          </a:lstStyle>
          <a:p>
            <a:fld id="{402B9795-92DC-40DC-A1CA-9A4B349D7824}" type="datetimeFigureOut">
              <a:rPr lang="en-US" smtClean="0"/>
              <a:pPr/>
              <a:t>4/27/2026</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baseline="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baseline="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hyperlink" Target="https://ideathon-eight-ruddy.vercel.app/"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87000"/>
          </a:schemeClr>
        </a:solidFill>
        <a:effectLst/>
      </p:bgPr>
    </p:bg>
    <p:spTree>
      <p:nvGrpSpPr>
        <p:cNvPr id="1" name=""/>
        <p:cNvGrpSpPr/>
        <p:nvPr/>
      </p:nvGrpSpPr>
      <p:grpSpPr>
        <a:xfrm>
          <a:off x="0" y="0"/>
          <a:ext cx="0" cy="0"/>
          <a:chOff x="0" y="0"/>
          <a:chExt cx="0" cy="0"/>
        </a:xfrm>
      </p:grpSpPr>
      <p:sp>
        <p:nvSpPr>
          <p:cNvPr id="6" name="Title 5"/>
          <p:cNvSpPr>
            <a:spLocks noGrp="1"/>
          </p:cNvSpPr>
          <p:nvPr>
            <p:ph type="ctrTitle"/>
          </p:nvPr>
        </p:nvSpPr>
        <p:spPr>
          <a:xfrm>
            <a:off x="1175957" y="2319154"/>
            <a:ext cx="5734050" cy="2219691"/>
          </a:xfrm>
        </p:spPr>
        <p:txBody>
          <a:bodyPr anchor="ctr"/>
          <a:lstStyle/>
          <a:p>
            <a:r>
              <a:rPr lang="en-US" dirty="0"/>
              <a:t>SMS BASED DISASTER COORDINATION</a:t>
            </a:r>
          </a:p>
        </p:txBody>
      </p:sp>
      <p:sp>
        <p:nvSpPr>
          <p:cNvPr id="7" name="Subtitle 6"/>
          <p:cNvSpPr>
            <a:spLocks noGrp="1"/>
          </p:cNvSpPr>
          <p:nvPr>
            <p:ph type="subTitle" idx="1"/>
          </p:nvPr>
        </p:nvSpPr>
        <p:spPr/>
        <p:txBody>
          <a:bodyPr/>
          <a:lstStyle/>
          <a:p>
            <a:r>
              <a:rPr lang="en-US" dirty="0"/>
              <a:t>BY TEAM : MERAKI</a:t>
            </a:r>
          </a:p>
        </p:txBody>
      </p:sp>
      <p:pic>
        <p:nvPicPr>
          <p:cNvPr id="4" name="Picture Placeholder 3"/>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p:blipFill>
        <p:spPr>
          <a:xfrm>
            <a:off x="6713935" y="1232899"/>
            <a:ext cx="5478065" cy="4438436"/>
          </a:xfrm>
        </p:spPr>
      </p:pic>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lstStyle/>
          <a:p>
            <a:r>
              <a:rPr lang="en-US" dirty="0"/>
              <a:t> Contents</a:t>
            </a:r>
          </a:p>
        </p:txBody>
      </p:sp>
      <p:sp>
        <p:nvSpPr>
          <p:cNvPr id="14" name="Content Placeholder 13"/>
          <p:cNvSpPr>
            <a:spLocks noGrp="1"/>
          </p:cNvSpPr>
          <p:nvPr>
            <p:ph idx="1"/>
          </p:nvPr>
        </p:nvSpPr>
        <p:spPr/>
        <p:txBody>
          <a:bodyPr/>
          <a:lstStyle/>
          <a:p>
            <a:r>
              <a:rPr lang="en-US" dirty="0"/>
              <a:t>Abstract</a:t>
            </a:r>
          </a:p>
          <a:p>
            <a:r>
              <a:rPr lang="en-US" dirty="0"/>
              <a:t>Introduction</a:t>
            </a:r>
          </a:p>
          <a:p>
            <a:r>
              <a:rPr lang="en-US" dirty="0"/>
              <a:t>Problem Statement</a:t>
            </a:r>
          </a:p>
          <a:p>
            <a:r>
              <a:rPr lang="en-US" dirty="0"/>
              <a:t>Solution</a:t>
            </a:r>
          </a:p>
          <a:p>
            <a:r>
              <a:rPr lang="en-US" dirty="0"/>
              <a:t>Tools and Technologies </a:t>
            </a:r>
          </a:p>
          <a:p>
            <a:r>
              <a:rPr lang="en-US" dirty="0"/>
              <a:t>Working</a:t>
            </a:r>
          </a:p>
          <a:p>
            <a:r>
              <a:rPr lang="en-US" dirty="0"/>
              <a:t>Features and Advantages</a:t>
            </a:r>
          </a:p>
          <a:p>
            <a:r>
              <a:rPr lang="en-US" dirty="0"/>
              <a:t>Conclusion</a:t>
            </a:r>
          </a:p>
        </p:txBody>
      </p:sp>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4EF04-3211-45BB-82F0-B68777AD2B3F}"/>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9505B2D7-7FF6-4DD6-BC00-1E86CAB7F68D}"/>
              </a:ext>
            </a:extLst>
          </p:cNvPr>
          <p:cNvSpPr>
            <a:spLocks noGrp="1"/>
          </p:cNvSpPr>
          <p:nvPr>
            <p:ph idx="1"/>
          </p:nvPr>
        </p:nvSpPr>
        <p:spPr>
          <a:xfrm>
            <a:off x="1103382" y="1559103"/>
            <a:ext cx="9982200" cy="4572000"/>
          </a:xfrm>
        </p:spPr>
        <p:txBody>
          <a:bodyPr/>
          <a:lstStyle/>
          <a:p>
            <a:pPr marL="0" indent="0">
              <a:lnSpc>
                <a:spcPct val="150000"/>
              </a:lnSpc>
              <a:buNone/>
            </a:pPr>
            <a:r>
              <a:rPr lang="en-US" dirty="0" err="1"/>
              <a:t>ResQLink</a:t>
            </a:r>
            <a:r>
              <a:rPr lang="en-US" dirty="0"/>
              <a:t> is an offline-first emergency communication system designed for disaster situations where internet connectivity is unavailable. It integrates multiple communication channels such as SMS simulation, mesh networking, and local beacon portals to ensure that emergency requests reach responders efficiently. The system collects, processes, and displays requests in a unified dashboard, enabling quick decision-making and coordination. By using local storage and smart routing, </a:t>
            </a:r>
            <a:r>
              <a:rPr lang="en-US" dirty="0" err="1"/>
              <a:t>ResQLink</a:t>
            </a:r>
            <a:r>
              <a:rPr lang="en-US" dirty="0"/>
              <a:t> ensures reliable, real-time communication during critical situations</a:t>
            </a:r>
          </a:p>
        </p:txBody>
      </p:sp>
    </p:spTree>
    <p:extLst>
      <p:ext uri="{BB962C8B-B14F-4D97-AF65-F5344CB8AC3E}">
        <p14:creationId xmlns:p14="http://schemas.microsoft.com/office/powerpoint/2010/main" val="1046143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D2057-A108-40BE-80A6-265A2D5E987E}"/>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32C24D21-F263-452D-8D8E-F95EB62029A7}"/>
              </a:ext>
            </a:extLst>
          </p:cNvPr>
          <p:cNvSpPr>
            <a:spLocks noGrp="1"/>
          </p:cNvSpPr>
          <p:nvPr>
            <p:ph idx="1"/>
          </p:nvPr>
        </p:nvSpPr>
        <p:spPr/>
        <p:txBody>
          <a:bodyPr/>
          <a:lstStyle/>
          <a:p>
            <a:pPr marL="0" indent="0">
              <a:lnSpc>
                <a:spcPct val="150000"/>
              </a:lnSpc>
              <a:buNone/>
            </a:pPr>
            <a:r>
              <a:rPr lang="en-US" dirty="0"/>
              <a:t>During natural disasters like floods, earthquakes, or cyclones, communication networks often fail, making it difficult for people to request help. Traditional systems depend heavily on the internet, which limits their effectiveness in such scenarios. </a:t>
            </a:r>
            <a:r>
              <a:rPr lang="en-US" dirty="0" err="1"/>
              <a:t>ResQLink</a:t>
            </a:r>
            <a:r>
              <a:rPr lang="en-US" dirty="0"/>
              <a:t> is designed to overcome this issue by providing a decentralized and offline-capable communication system. It allows users to send emergency requests through different channels and ensures that responders receive and act on them quickly.</a:t>
            </a:r>
          </a:p>
        </p:txBody>
      </p:sp>
    </p:spTree>
    <p:extLst>
      <p:ext uri="{BB962C8B-B14F-4D97-AF65-F5344CB8AC3E}">
        <p14:creationId xmlns:p14="http://schemas.microsoft.com/office/powerpoint/2010/main" val="2096624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71DE3-6248-428A-A6C7-CE0DBA8BFD12}"/>
              </a:ext>
            </a:extLst>
          </p:cNvPr>
          <p:cNvSpPr>
            <a:spLocks noGrp="1"/>
          </p:cNvSpPr>
          <p:nvPr>
            <p:ph type="title"/>
          </p:nvPr>
        </p:nvSpPr>
        <p:spPr/>
        <p:txBody>
          <a:bodyPr/>
          <a:lstStyle/>
          <a:p>
            <a:r>
              <a:rPr lang="en-US" dirty="0"/>
              <a:t>Problem Statement</a:t>
            </a:r>
          </a:p>
        </p:txBody>
      </p:sp>
      <p:graphicFrame>
        <p:nvGraphicFramePr>
          <p:cNvPr id="9" name="Content Placeholder 8">
            <a:extLst>
              <a:ext uri="{FF2B5EF4-FFF2-40B4-BE49-F238E27FC236}">
                <a16:creationId xmlns:a16="http://schemas.microsoft.com/office/drawing/2014/main" id="{6CB0C66F-34F2-4FD8-B326-66964DBFBDE5}"/>
              </a:ext>
            </a:extLst>
          </p:cNvPr>
          <p:cNvGraphicFramePr>
            <a:graphicFrameLocks noGrp="1"/>
          </p:cNvGraphicFramePr>
          <p:nvPr>
            <p:ph idx="1"/>
            <p:extLst>
              <p:ext uri="{D42A27DB-BD31-4B8C-83A1-F6EECF244321}">
                <p14:modId xmlns:p14="http://schemas.microsoft.com/office/powerpoint/2010/main" val="4063089608"/>
              </p:ext>
            </p:extLst>
          </p:nvPr>
        </p:nvGraphicFramePr>
        <p:xfrm>
          <a:off x="3241925" y="1559103"/>
          <a:ext cx="99822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TextBox 9">
            <a:extLst>
              <a:ext uri="{FF2B5EF4-FFF2-40B4-BE49-F238E27FC236}">
                <a16:creationId xmlns:a16="http://schemas.microsoft.com/office/drawing/2014/main" id="{5242227B-32A5-485D-A609-EB0906863CF9}"/>
              </a:ext>
            </a:extLst>
          </p:cNvPr>
          <p:cNvSpPr txBox="1"/>
          <p:nvPr/>
        </p:nvSpPr>
        <p:spPr>
          <a:xfrm>
            <a:off x="704209" y="1675881"/>
            <a:ext cx="4869950" cy="3774559"/>
          </a:xfrm>
          <a:prstGeom prst="rect">
            <a:avLst/>
          </a:prstGeom>
          <a:noFill/>
        </p:spPr>
        <p:txBody>
          <a:bodyPr wrap="square" rtlCol="0">
            <a:spAutoFit/>
          </a:bodyPr>
          <a:lstStyle/>
          <a:p>
            <a:pPr>
              <a:lnSpc>
                <a:spcPct val="150000"/>
              </a:lnSpc>
            </a:pPr>
            <a:r>
              <a:rPr lang="en-US" dirty="0"/>
              <a:t>In disaster situations such as floods, earthquakes, and cyclones, communication infrastructure is often severely damaged or completely unavailable. This creates a critical gap between affected individuals and emergency responders. People are unable to send distress signals, and even when they do, there is no guarantee that the message will reach the right authority on time.</a:t>
            </a:r>
          </a:p>
        </p:txBody>
      </p:sp>
    </p:spTree>
    <p:extLst>
      <p:ext uri="{BB962C8B-B14F-4D97-AF65-F5344CB8AC3E}">
        <p14:creationId xmlns:p14="http://schemas.microsoft.com/office/powerpoint/2010/main" val="799417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170287-7FA3-42A9-9FCA-3B83DC3F837D}"/>
              </a:ext>
            </a:extLst>
          </p:cNvPr>
          <p:cNvSpPr>
            <a:spLocks noGrp="1"/>
          </p:cNvSpPr>
          <p:nvPr>
            <p:ph type="title"/>
          </p:nvPr>
        </p:nvSpPr>
        <p:spPr/>
        <p:txBody>
          <a:bodyPr/>
          <a:lstStyle/>
          <a:p>
            <a:r>
              <a:rPr lang="en-US" dirty="0">
                <a:hlinkClick r:id="rId2"/>
              </a:rPr>
              <a:t>Solution</a:t>
            </a:r>
          </a:p>
        </p:txBody>
      </p:sp>
      <p:sp>
        <p:nvSpPr>
          <p:cNvPr id="3" name="Content Placeholder 2">
            <a:extLst>
              <a:ext uri="{FF2B5EF4-FFF2-40B4-BE49-F238E27FC236}">
                <a16:creationId xmlns:a16="http://schemas.microsoft.com/office/drawing/2014/main" id="{B298DCE8-EE17-4130-85A1-276328D97C16}"/>
              </a:ext>
            </a:extLst>
          </p:cNvPr>
          <p:cNvSpPr>
            <a:spLocks noGrp="1"/>
          </p:cNvSpPr>
          <p:nvPr>
            <p:ph idx="1"/>
          </p:nvPr>
        </p:nvSpPr>
        <p:spPr>
          <a:xfrm>
            <a:off x="1104900" y="1642145"/>
            <a:ext cx="9982200" cy="4572000"/>
          </a:xfrm>
        </p:spPr>
        <p:txBody>
          <a:bodyPr/>
          <a:lstStyle/>
          <a:p>
            <a:pPr marL="0" indent="0">
              <a:buNone/>
            </a:pPr>
            <a:r>
              <a:rPr lang="en-US" dirty="0" err="1"/>
              <a:t>ResQLink</a:t>
            </a:r>
            <a:r>
              <a:rPr lang="en-US" dirty="0"/>
              <a:t> provides a multi-channel emergency communication system that works without internet dependency. It can :</a:t>
            </a:r>
          </a:p>
          <a:p>
            <a:r>
              <a:rPr lang="en-US" dirty="0"/>
              <a:t>Accept requests via SMS simulation, mesh network, and beacon portal </a:t>
            </a:r>
          </a:p>
          <a:p>
            <a:r>
              <a:rPr lang="en-US" dirty="0"/>
              <a:t>Automatically categorizes and assigns tasks to appropriate teams </a:t>
            </a:r>
          </a:p>
          <a:p>
            <a:r>
              <a:rPr lang="en-US" dirty="0"/>
              <a:t>Stores and synchronizes data locally </a:t>
            </a:r>
          </a:p>
          <a:p>
            <a:r>
              <a:rPr lang="en-US" dirty="0"/>
              <a:t>Displays all requests in a unified command center </a:t>
            </a:r>
          </a:p>
          <a:p>
            <a:pPr marL="0" indent="0">
              <a:buNone/>
            </a:pPr>
            <a:r>
              <a:rPr lang="en-US" dirty="0"/>
              <a:t>This ensures faster response, better coordination, and efficient disaster management.</a:t>
            </a:r>
          </a:p>
          <a:p>
            <a:pPr marL="0" indent="0">
              <a:buNone/>
            </a:pPr>
            <a:endParaRPr lang="en-US" dirty="0"/>
          </a:p>
        </p:txBody>
      </p:sp>
      <p:sp>
        <p:nvSpPr>
          <p:cNvPr id="4" name="Rectangle 3">
            <a:extLst>
              <a:ext uri="{FF2B5EF4-FFF2-40B4-BE49-F238E27FC236}">
                <a16:creationId xmlns:a16="http://schemas.microsoft.com/office/drawing/2014/main" id="{63D819F4-AA11-4F3A-92CB-2577C1E5FBBF}"/>
              </a:ext>
            </a:extLst>
          </p:cNvPr>
          <p:cNvSpPr/>
          <p:nvPr/>
        </p:nvSpPr>
        <p:spPr>
          <a:xfrm>
            <a:off x="1104900" y="5475805"/>
            <a:ext cx="5194499" cy="369332"/>
          </a:xfrm>
          <a:prstGeom prst="rect">
            <a:avLst/>
          </a:prstGeom>
        </p:spPr>
        <p:txBody>
          <a:bodyPr wrap="none">
            <a:spAutoFit/>
          </a:bodyPr>
          <a:lstStyle/>
          <a:p>
            <a:r>
              <a:rPr lang="en-US" dirty="0"/>
              <a:t>LINK : </a:t>
            </a:r>
            <a:r>
              <a:rPr lang="en-US" dirty="0">
                <a:hlinkClick r:id="rId2"/>
              </a:rPr>
              <a:t>https://ideathon-eight-ruddy.vercel.app/</a:t>
            </a:r>
            <a:endParaRPr lang="en-US" dirty="0"/>
          </a:p>
        </p:txBody>
      </p:sp>
    </p:spTree>
    <p:extLst>
      <p:ext uri="{BB962C8B-B14F-4D97-AF65-F5344CB8AC3E}">
        <p14:creationId xmlns:p14="http://schemas.microsoft.com/office/powerpoint/2010/main" val="8736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40FC78-C95B-4170-8F0B-06A176545607}"/>
              </a:ext>
            </a:extLst>
          </p:cNvPr>
          <p:cNvSpPr>
            <a:spLocks noGrp="1"/>
          </p:cNvSpPr>
          <p:nvPr>
            <p:ph type="title"/>
          </p:nvPr>
        </p:nvSpPr>
        <p:spPr/>
        <p:txBody>
          <a:bodyPr/>
          <a:lstStyle/>
          <a:p>
            <a:r>
              <a:rPr lang="en-US" dirty="0"/>
              <a:t>Tools and Technologies</a:t>
            </a:r>
          </a:p>
        </p:txBody>
      </p:sp>
      <p:graphicFrame>
        <p:nvGraphicFramePr>
          <p:cNvPr id="5" name="Content Placeholder 4">
            <a:extLst>
              <a:ext uri="{FF2B5EF4-FFF2-40B4-BE49-F238E27FC236}">
                <a16:creationId xmlns:a16="http://schemas.microsoft.com/office/drawing/2014/main" id="{D0131869-223F-42D8-9B1E-7FF32B196C1D}"/>
              </a:ext>
            </a:extLst>
          </p:cNvPr>
          <p:cNvGraphicFramePr>
            <a:graphicFrameLocks noGrp="1"/>
          </p:cNvGraphicFramePr>
          <p:nvPr>
            <p:ph idx="1"/>
            <p:extLst>
              <p:ext uri="{D42A27DB-BD31-4B8C-83A1-F6EECF244321}">
                <p14:modId xmlns:p14="http://schemas.microsoft.com/office/powerpoint/2010/main" val="791130825"/>
              </p:ext>
            </p:extLst>
          </p:nvPr>
        </p:nvGraphicFramePr>
        <p:xfrm>
          <a:off x="-857464" y="1793893"/>
          <a:ext cx="6497291" cy="409214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TextBox 5">
            <a:extLst>
              <a:ext uri="{FF2B5EF4-FFF2-40B4-BE49-F238E27FC236}">
                <a16:creationId xmlns:a16="http://schemas.microsoft.com/office/drawing/2014/main" id="{3EE98DB3-E6CF-4FC1-98EC-84CCC26B3F9B}"/>
              </a:ext>
            </a:extLst>
          </p:cNvPr>
          <p:cNvSpPr txBox="1"/>
          <p:nvPr/>
        </p:nvSpPr>
        <p:spPr>
          <a:xfrm>
            <a:off x="4171308" y="1623318"/>
            <a:ext cx="7623425" cy="4605556"/>
          </a:xfrm>
          <a:prstGeom prst="rect">
            <a:avLst/>
          </a:prstGeom>
          <a:noFill/>
        </p:spPr>
        <p:txBody>
          <a:bodyPr wrap="square" rtlCol="0">
            <a:spAutoFit/>
          </a:bodyPr>
          <a:lstStyle/>
          <a:p>
            <a:pPr>
              <a:lnSpc>
                <a:spcPct val="150000"/>
              </a:lnSpc>
            </a:pPr>
            <a:r>
              <a:rPr lang="en-US" dirty="0"/>
              <a:t>This slide presents the technologies used to build the system. HTML, CSS, and JavaScript are used for frontend development to create the user interface and make it interactive. </a:t>
            </a:r>
            <a:r>
              <a:rPr lang="en-US" dirty="0" err="1"/>
              <a:t>LocalStorage</a:t>
            </a:r>
            <a:r>
              <a:rPr lang="en-US" dirty="0"/>
              <a:t> acts as a simple backend storage within the browser, allowing data to be saved even without an internet connection. Asynchronous JavaScript is used to handle multiple tasks efficiently and simulate mesh network communication for real-time message flow. UI/UX design ensures the dashboard is user-friendly, clear, and easy to navigate, especially during emergencies. Finally, the browser environment along with Node.js helps in integrating all components, enabling smooth functioning of the entire system</a:t>
            </a:r>
          </a:p>
        </p:txBody>
      </p:sp>
    </p:spTree>
    <p:extLst>
      <p:ext uri="{BB962C8B-B14F-4D97-AF65-F5344CB8AC3E}">
        <p14:creationId xmlns:p14="http://schemas.microsoft.com/office/powerpoint/2010/main" val="1440753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chemeClr val="accent6">
            <a:lumMod val="50000"/>
          </a:schemeClr>
        </a:solidFill>
        <a:effectLst/>
      </p:bgPr>
    </p:bg>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E7A87AC5-9D0C-4227-A359-04D4D5679A5A}"/>
              </a:ext>
            </a:extLst>
          </p:cNvPr>
          <p:cNvGraphicFramePr>
            <a:graphicFrameLocks noGrp="1"/>
          </p:cNvGraphicFramePr>
          <p:nvPr>
            <p:ph idx="1"/>
            <p:extLst>
              <p:ext uri="{D42A27DB-BD31-4B8C-83A1-F6EECF244321}">
                <p14:modId xmlns:p14="http://schemas.microsoft.com/office/powerpoint/2010/main" val="662333386"/>
              </p:ext>
            </p:extLst>
          </p:nvPr>
        </p:nvGraphicFramePr>
        <p:xfrm>
          <a:off x="1104900" y="942654"/>
          <a:ext cx="99822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8987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D8182-D13D-41BF-8548-25B8BAD87719}"/>
              </a:ext>
            </a:extLst>
          </p:cNvPr>
          <p:cNvSpPr>
            <a:spLocks noGrp="1"/>
          </p:cNvSpPr>
          <p:nvPr>
            <p:ph type="title"/>
          </p:nvPr>
        </p:nvSpPr>
        <p:spPr>
          <a:xfrm>
            <a:off x="1151430" y="695402"/>
            <a:ext cx="9980682" cy="813041"/>
          </a:xfrm>
        </p:spPr>
        <p:txBody>
          <a:bodyPr>
            <a:normAutofit fontScale="90000"/>
          </a:bodyPr>
          <a:lstStyle/>
          <a:p>
            <a:br>
              <a:rPr lang="en-US" dirty="0"/>
            </a:br>
            <a:r>
              <a:rPr lang="en-US" dirty="0"/>
              <a:t>Features and Advantages</a:t>
            </a:r>
            <a:br>
              <a:rPr lang="en-US" dirty="0"/>
            </a:br>
            <a:endParaRPr lang="en-US" dirty="0"/>
          </a:p>
        </p:txBody>
      </p:sp>
      <p:graphicFrame>
        <p:nvGraphicFramePr>
          <p:cNvPr id="6" name="Content Placeholder 5">
            <a:extLst>
              <a:ext uri="{FF2B5EF4-FFF2-40B4-BE49-F238E27FC236}">
                <a16:creationId xmlns:a16="http://schemas.microsoft.com/office/drawing/2014/main" id="{5E28D070-CE9B-4C6E-A332-0297CF5E42C7}"/>
              </a:ext>
            </a:extLst>
          </p:cNvPr>
          <p:cNvGraphicFramePr>
            <a:graphicFrameLocks noGrp="1"/>
          </p:cNvGraphicFramePr>
          <p:nvPr>
            <p:ph idx="1"/>
            <p:extLst>
              <p:ext uri="{D42A27DB-BD31-4B8C-83A1-F6EECF244321}">
                <p14:modId xmlns:p14="http://schemas.microsoft.com/office/powerpoint/2010/main" val="36357161"/>
              </p:ext>
            </p:extLst>
          </p:nvPr>
        </p:nvGraphicFramePr>
        <p:xfrm>
          <a:off x="2097578" y="960158"/>
          <a:ext cx="6953955" cy="522113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8785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C8641-0ECE-4672-B1DE-4EF361AF51CE}"/>
              </a:ext>
            </a:extLst>
          </p:cNvPr>
          <p:cNvSpPr>
            <a:spLocks noGrp="1"/>
          </p:cNvSpPr>
          <p:nvPr>
            <p:ph type="title"/>
          </p:nvPr>
        </p:nvSpPr>
        <p:spPr>
          <a:xfrm>
            <a:off x="1106418" y="492964"/>
            <a:ext cx="9980682" cy="1096962"/>
          </a:xfrm>
        </p:spPr>
        <p:txBody>
          <a:bodyPr/>
          <a:lstStyle/>
          <a:p>
            <a:r>
              <a:rPr lang="en-US" dirty="0"/>
              <a:t>Conclusion</a:t>
            </a:r>
            <a:br>
              <a:rPr lang="en-US" dirty="0"/>
            </a:br>
            <a:endParaRPr lang="en-US" dirty="0"/>
          </a:p>
        </p:txBody>
      </p:sp>
      <p:sp>
        <p:nvSpPr>
          <p:cNvPr id="3" name="Content Placeholder 2">
            <a:extLst>
              <a:ext uri="{FF2B5EF4-FFF2-40B4-BE49-F238E27FC236}">
                <a16:creationId xmlns:a16="http://schemas.microsoft.com/office/drawing/2014/main" id="{D610C358-0A6A-4F3E-ABFE-2B4211B14C18}"/>
              </a:ext>
            </a:extLst>
          </p:cNvPr>
          <p:cNvSpPr>
            <a:spLocks noGrp="1"/>
          </p:cNvSpPr>
          <p:nvPr>
            <p:ph idx="1"/>
          </p:nvPr>
        </p:nvSpPr>
        <p:spPr>
          <a:xfrm>
            <a:off x="1104900" y="1908425"/>
            <a:ext cx="9982200" cy="4572000"/>
          </a:xfrm>
        </p:spPr>
        <p:txBody>
          <a:bodyPr/>
          <a:lstStyle/>
          <a:p>
            <a:pPr marL="0" indent="0">
              <a:lnSpc>
                <a:spcPct val="150000"/>
              </a:lnSpc>
              <a:buNone/>
            </a:pPr>
            <a:r>
              <a:rPr lang="en-US" dirty="0" err="1"/>
              <a:t>ResQLink</a:t>
            </a:r>
            <a:r>
              <a:rPr lang="en-US" dirty="0"/>
              <a:t> is a reliable and efficient solution for emergency communication in disaster scenarios. By eliminating dependency on the internet and integrating multiple communication methods, it ensures that help requests are delivered and managed effectively. The system enhances coordination among rescue teams and can significantly reduce response time, ultimately saving lives.</a:t>
            </a:r>
          </a:p>
        </p:txBody>
      </p:sp>
    </p:spTree>
    <p:extLst>
      <p:ext uri="{BB962C8B-B14F-4D97-AF65-F5344CB8AC3E}">
        <p14:creationId xmlns:p14="http://schemas.microsoft.com/office/powerpoint/2010/main" val="3732949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7906F-8FCD-4E98-860C-8741A923CE6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001E3D3-A206-413F-8DC2-CD005B20FABC}"/>
              </a:ext>
            </a:extLst>
          </p:cNvPr>
          <p:cNvSpPr>
            <a:spLocks noGrp="1"/>
          </p:cNvSpPr>
          <p:nvPr>
            <p:ph idx="1"/>
          </p:nvPr>
        </p:nvSpPr>
        <p:spPr>
          <a:solidFill>
            <a:schemeClr val="accent5"/>
          </a:solidFill>
        </p:spPr>
        <p:txBody>
          <a:bodyPr>
            <a:normAutofit/>
          </a:bodyPr>
          <a:lstStyle/>
          <a:p>
            <a:pPr marL="0" indent="0">
              <a:buNone/>
            </a:pPr>
            <a:r>
              <a:rPr lang="en-US" sz="8000" dirty="0"/>
              <a:t>    </a:t>
            </a:r>
          </a:p>
          <a:p>
            <a:pPr marL="0" indent="0">
              <a:buNone/>
            </a:pPr>
            <a:r>
              <a:rPr lang="en-US" sz="8000" dirty="0"/>
              <a:t>      </a:t>
            </a:r>
            <a:r>
              <a:rPr lang="en-US" sz="8000" i="1" dirty="0"/>
              <a:t>THANK</a:t>
            </a:r>
          </a:p>
          <a:p>
            <a:pPr marL="0" indent="0">
              <a:buNone/>
            </a:pPr>
            <a:r>
              <a:rPr lang="en-US" sz="8000" i="1" dirty="0"/>
              <a:t>       YOU</a:t>
            </a:r>
          </a:p>
        </p:txBody>
      </p:sp>
    </p:spTree>
    <p:extLst>
      <p:ext uri="{BB962C8B-B14F-4D97-AF65-F5344CB8AC3E}">
        <p14:creationId xmlns:p14="http://schemas.microsoft.com/office/powerpoint/2010/main" val="4859876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TF03431380.potx" id="{B573BD99-E105-4D2A-964B-B901A176567A}" vid="{B1D363B9-18DE-4874-9E2B-FD69B5C6548D}"/>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DDBB83-77C1-4099-A0AA-289882E745E2}">
  <ds:schemaRef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2006/documentManagement/types"/>
    <ds:schemaRef ds:uri="http://schemas.microsoft.com/office/infopath/2007/PartnerControl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Academic presentation, pinstripe and ribbon design (widescreen)</Template>
  <TotalTime>161</TotalTime>
  <Words>731</Words>
  <Application>Microsoft Office PowerPoint</Application>
  <PresentationFormat>Widescreen</PresentationFormat>
  <Paragraphs>68</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Euphemia</vt:lpstr>
      <vt:lpstr>Plantagenet Cherokee</vt:lpstr>
      <vt:lpstr>Wingdings</vt:lpstr>
      <vt:lpstr>Academic Literature 16x9</vt:lpstr>
      <vt:lpstr>SMS BASED DISASTER COORDINATION</vt:lpstr>
      <vt:lpstr> Contents</vt:lpstr>
      <vt:lpstr>Abstract</vt:lpstr>
      <vt:lpstr>Introduction</vt:lpstr>
      <vt:lpstr>Problem Statement</vt:lpstr>
      <vt:lpstr>Solution</vt:lpstr>
      <vt:lpstr>Tools and Technologies</vt:lpstr>
      <vt:lpstr>PowerPoint Presentation</vt:lpstr>
      <vt:lpstr> Features and Advantages </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SMS BASED DISASTER COORDINATION</dc:title>
  <dc:creator>Madeeha Mubeen</dc:creator>
  <cp:lastModifiedBy>Madeeha Mubeen</cp:lastModifiedBy>
  <cp:revision>13</cp:revision>
  <dcterms:created xsi:type="dcterms:W3CDTF">2026-04-27T06:04:23Z</dcterms:created>
  <dcterms:modified xsi:type="dcterms:W3CDTF">2026-04-27T08:47:50Z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